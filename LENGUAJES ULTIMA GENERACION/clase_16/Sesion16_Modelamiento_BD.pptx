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3B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2C39A"/>
                </a:solidFill>
              </a:rPr>
              <a:t>SESIÓN 16 | LENGUAJES DE ÚLTIMA GENERACIÓN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1206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Mg. Sergio Alejandro Burbano Mena | Ing. de Sistemas | 4° Semestre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577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2C39A"/>
                </a:solidFill>
              </a:rPr>
              <a:t>Lenguajes de Última Generación | Universitaria de Colombia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Sesión 16: Ejercicios de Modelamiento
y Lenguajes Compatibles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02C39A"/>
                </a:solidFill>
              </a:rPr>
              <a:t>Practicar el diseño de bases de datos según un tema específico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Agenda de la Sesión 16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1. Repaso: Conceptos de modelamiento de datos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2. Tipos de modelos: conceptual, lógico y físico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3. Notaciones UML y ERD aplicadas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15184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4. Compatibilidad entre lenguajes de modelamiento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5. Casos prácticos paso a paso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6. Errores comunes en diseño de BD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4164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7. Ejercicio propuesto en aula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70916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51713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8. Cierre y preguntas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Idea Visual:
Diagrama de flujo de la sesión con íconos para cada etapa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Objetivo de la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Practicar el diseño de bases de datos mediante ejercicios de modelamiento concretos.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Identificar el tipo de modelo adecuado para cada contexto empresarial.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Aplicar notaciones estándar (ERD/UML) en escenarios reales.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15184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Comprender qué lenguajes y herramientas son compatibles entre sí.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Desarrollar criterio profesional para elegir el modelo y lenguaje correcto.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Idea Visual:
Ícono de objetivo con flecha hacia la meta; pirámide de modelos de datos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¿Qué es Modelar una Base de Datos?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Es el proceso de representar abstractamente los datos y sus relaciones antes de implementarlos.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Permite anticipar problemas estructurales antes de escribir código.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Facilita la comunicación entre analistas, desarrolladores y usuarios.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15184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Un buen modelo reduce la redundancia y mejora la integridad referencial.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El modelamiento es independiente del motor de BD (Oracle, PostgreSQL, MySQL…).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Se basa en reglas del negocio (Business Rules) capturadas en el análisis.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Idea Visual:
Diagrama: Realidad → Modelo conceptual → Modelo lógico → Modelo físico → BD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Los Tres Niveles de Abstracción en el Modelamiento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NIVEL CONCEPTUAL: Captura QUÉS (entidades, atributos, relaciones). Sin tecnicismos.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NIVEL LÓGICO: Traduce el concepto a tablas, claves primarias y foráneas. Motor-independiente.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NIVEL FÍSICO: Define tipos de datos, índices, particiones y optimizaciones según el SGBD.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15184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Cada nivel tiene su propia audiencia: negocio, DBA, desarrollador.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Herramientas CASE soportan los tres niveles con trazabilidad (forward/reverse engineering).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Un error en nivel conceptual se amplifica en los niveles inferiores.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Idea Visual:
Pirámide de tres capas con etiquetas y color distinto por nivel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Modelo Conceptual: Diagrama Entidad-Relación (ERD)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2C39A"/>
                </a:solidFill>
              </a:rPr>
              <a:t>─────────────────────────────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Elementos del Diagrama Entidad-Relación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ENTIDAD: Objeto del mundo real con existencia independiente (Ej: CLIENTE, PRODUCTO).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ATRIBUTO: Propiedad que describe una entidad (Ej: nombre, RFC, precio).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RELACIÓN: Asociación entre entidades con semántica de negocio.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15184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CARDINALIDAD: Cuántos registros de una entidad se asocian a otra (1:1, 1:N, M:N).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ENTIDAD DÉBIL: No tiene clave propia; depende de otra entidad (Ej: ITEM_PEDIDO).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ATRIBUTO MULTIVALUADO: Admite varios valores simultáneos (Ej: teléfonos de contacto).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4164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ATRIBUTO DERIVADO: Se calcula a partir de otros (Ej: edad = fecha_actual − fecha_nacimiento).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Idea Visual:
Diagrama ERD clásico con simbología Chen: rectángulos, elipses, rombos y líneas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Notación Crow's Foot vs. Notación Chen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Crow's Foot (Pata de cuervo): Usada por herramientas modernas (ERwin, dbdiagram.io).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Notación Chen: Más académica; clara para expresar cardinalidades complejas.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Crow's Foot usa símbolos en las líneas: línea simple (1), pata de cuervo (muchos), anillo (0).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15184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Chen usa rectángulos para entidades, rombos para relaciones.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Ambas notaciones son equivalentes en expresividad; la elección depende del contexto.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Herramientas CASE modernas permiten cambiar la notación sin rehacer el modelo.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Idea Visual:
Tabla comparativa lado a lado: misma relación en Chen vs Crow's Foot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Modelo Lógico: De las Entidades a las Tablas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2C39A"/>
                </a:solidFill>
              </a:rPr>
              <a:t>─────────────────────────────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Reglas de Transformación: ERD → Modelo Relacional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Cada entidad fuerte se convierte en una tabla; su clave primaria es la PK.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Cada atributo multivaluado se convierte en una tabla separada con FK.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Las relaciones 1:N se implementan añadiendo FK en el lado 'muchos'.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15184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Las relaciones M:N se implementan con una tabla intermedia (tabla puente).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Las relaciones 1:1 pueden fusionarse en una tabla o usar FK con restricción UNIQUE.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Las entidades débiles incluyen la PK de su entidad propietaria como parte de su PK compuesta.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Idea Visual:
Diagrama de transformación paso a paso con flechas del ERD al modelo lógico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Normalización: Garantizando la Calidad del Modelo Lógico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1NF: Eliminar grupos repetitivos; cada celda debe contener un valor atómico.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2NF: Todo atributo no clave debe depender de TODA la clave primaria.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3NF: Eliminar dependencias transitivas (atributo no clave → otro no clave).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15184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BCNF (Boyce-Codd): Versión más estricta de 3NF para casos con múltiples candidatas.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4NF: Eliminar dependencias multivaluadas independientes.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La normalización excesiva puede afectar el rendimiento → desnormalización controlada.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Idea Visual:
Árbol de formas normales con ejemplo antes/después de cada transformación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Modelo Físico: Implementación en el SGBD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2C39A"/>
                </a:solidFill>
              </a:rPr>
              <a:t>─────────────────────────────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Del Modelo Lógico al Modelo Físico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Se seleccionan tipos de datos concretos (VARCHAR2, NUMBER, DATE en Oracle).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Se definen índices para columnas de alta consulta y columnas FK.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Se establecen constraints: NOT NULL, UNIQUE, CHECK, DEFAULT.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15184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Se planifican particiones para tablas de gran volumen.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Se diseña el esquema de tablespaces (Oracle) o filegroups (SQL Server).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El DBA revisa el modelo físico para validar rendimiento y escalabilidad.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Idea Visual:
Diagrama DDL con código SQL de CREATE TABLE junto al modelo físico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Lenguajes Compatibles con el Modelamiento de 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2C39A"/>
                </a:solidFill>
              </a:rPr>
              <a:t>─────────────────────────────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Lenguajes de Definición y Manipulación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SQL DDL (Data Definition Language): CREATE, ALTER, DROP – define la estructura.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SQL DML (Data Manipulation Language): INSERT, UPDATE, DELETE, SELECT – manipula datos.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PL/SQL (Oracle): Lenguaje procedural integrado con SQL; permite lógica de negocio en BD.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15184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T-SQL (SQL Server): Variante de Microsoft con estructuras de control y funciones avanzadas.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PL/pgSQL (PostgreSQL): Similar a PL/SQL para el motor open-source PostgreSQL.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SQL/PSM: Estándar ISO para SQL procedural; base de PL/pgSQL y otros dialectos.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Idea Visual:
Diagrama de árbol: SQL estándar → dialectos por SGBD con logos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Herramientas de Modelamiento y su Compatibilidad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Oracle SQL Developer Data Modeler: Soporta ERD conceptual, lógico y físico con exportación DDL.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ERwin Data Modeler: Herramienta CASE premium; genera DDL para múltiples SGBD.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MySQL Workbench: Gratuito; diseño ERD con generación directa a MySQL/MariaDB.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15184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dbdiagram.io: Basada en DBML; sintaxis ligera compatible con PostgreSQL, MySQL, SQL Server.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Draw.io / Lucidchart: Diagramación general; los modelos son visuales, no generan DDL.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pgAdmin ERD: Integrado en pgAdmin 4; diseño y reverse engineering para PostgreSQL.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Idea Visual:
Tabla de compatibilidad: herramienta vs SGBD soportado (✓/✗)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Compatibilidad: SQL Estándar vs Dialectos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48640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SQL Estándar (ISO/IEC 9075)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F"/>
                </a:solidFill>
              </a:rPr>
              <a:t>▸ SELECT, FROM, WHERE, JOIN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2199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F"/>
                </a:solidFill>
              </a:rPr>
              <a:t>▸ GROUP BY, HAVING, ORDER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5234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F"/>
                </a:solidFill>
              </a:rPr>
              <a:t>▸ CREATE TABLE, ALTER, DROP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8269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F"/>
                </a:solidFill>
              </a:rPr>
              <a:t>▸ Funciones de agregado: SUM, AVG,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1304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F"/>
                </a:solidFill>
              </a:rPr>
              <a:t>▸ Subconsultas y CTEs (WITH)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434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F"/>
                </a:solidFill>
              </a:rPr>
              <a:t>▸ CASE WHEN … THEN … 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54864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097280"/>
            <a:ext cx="548640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143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Extensiones propietarias (Ejemplos)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6916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F"/>
                </a:solidFill>
              </a:rPr>
              <a:t>▸ Oracle: ROWNUM, CONNECT BY, DUAL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2199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F"/>
                </a:solidFill>
              </a:rPr>
              <a:t>▸ SQL Server: TOP, ISNULL, GETDATE()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75234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F"/>
                </a:solidFill>
              </a:rPr>
              <a:t>▸ MySQL: LIMIT, AUTO_INCREMENT, IFNULL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28269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F"/>
                </a:solidFill>
              </a:rPr>
              <a:t>▸ PostgreSQL: ILIKE, ARRAY, RETURNING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81304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F"/>
                </a:solidFill>
              </a:rPr>
              <a:t>▸ Oracle PL/SQL: bloques DECLARE/BEGIN/END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3434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F"/>
                </a:solidFill>
              </a:rPr>
              <a:t>▸ Secuencias: implementación varía por SGBD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Interoperabilidad entre Modelos y Herramientas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XMI (XML Metadata Interchange): formato estándar para intercambio de modelos UML.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DBML (Database Markup Language): lenguaje declarativo para describir esquemas de BD.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JSON Schema: describe estructuras de documentos compatibles con bases NoSQL.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15184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OWL/RDF: lenguajes de ontologías para modelar conocimiento en bases semánticas.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ERD exportado a DDL: posible en SQL Developer, ERwin y MySQL Workbench.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Reverse Engineering: a partir de una BD existente se genera el modelo visual automáticamente.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Idea Visual:
Diagrama de flujo de interoperabilidad entre formatos y herramientas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457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Ejemplo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" y="5029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CASO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9144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Sistema de Gestión Académica – Universidad Piloto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786384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7589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F"/>
                </a:solidFill>
              </a:rPr>
              <a:t>CONTEXTO: Una universidad necesita digitalizar su proceso de matrícula y calificaciones.
ENTIDADES IDENTIFICADAS:
• ESTUDIANTE (cod_estudiante PK, nombre, email, fecha_nacimiento)
• MATERIA (cod_materia PK, nombre, creditos, semestre)
• DOCENTE (cod_docente PK, nombre, titulo, departamento)
• MATRICULA (cod_matricula PK, cod_estudiante FK, cod_materia FK, periodo, nota)
RELACIONES:
• Un ESTUDIANTE puede matricular MUCHAS materias (1:N via MATRICULA)
• Una MATERIA puede ser dictada por UN DOCENTE (1:N)
• Un DOCENTE puede dictar MUCHAS materias (1:N)
RESULTADO: Modelo relacional con 4 tablas, 2 FK y normalización 3NF.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📊 Visual:
ERD completo con las 4 entidades, cardinalidades y atributos clave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457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Ejemplo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" y="5029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CASO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9144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Sistema de Inventario – Empresa Manufacturera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786384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7589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F"/>
                </a:solidFill>
              </a:rPr>
              <a:t>CONTEXTO: Empresa con 500 empleados requiere controlar su inventario de repuestos.
ENTIDADES:
• REPUESTO (cod_repuesto, nombre, descripcion, precio_unitario, stock_actual)
• PROVEEDOR (cod_proveedor, razon_social, NIT, telefono, ciudad)
• ORDEN_COMPRA (cod_orden, fecha, cod_proveedor FK, total)
• DETALLE_ORDEN (cod_orden FK, cod_repuesto FK, cantidad, precio_compra)
DECISIÓN DE DISEÑO:
DETALLE_ORDEN es una tabla puente para la relación M:N entre ORDEN_COMPRA y REPUESTO.
PK compuesta: (cod_orden, cod_repuesto)
LENGUAJE COMPATIBLE: El modelo se implementó en Oracle 12C con PL/SQL para los triggers de stock.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📊 Visual:
Modelo físico con DDL parcial de las tablas DETALLE_ORDEN y REPUESTO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457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Ejemplo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" y="5029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CASO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9144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Plataforma de E-commerce – Tienda Online B2C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786384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7589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F"/>
                </a:solidFill>
              </a:rPr>
              <a:t>CONTEXTO: Startup colombiana de comercio electrónico con 10.000 productos.
DESAFÍO DE MODELAMIENTO:
Los productos tienen atributos variables (un libro tiene ISBN; un televisor tiene pulgadas).
SOLUCIÓN: Patrón EAV (Entity-Attribute-Value) para atributos dinámicos.
TABLAS:
• PRODUCTO (id_producto, nombre, precio, categoria_id)
• CATEGORIA (id_categoria, nombre, categoria_padre)
• ATRIBUTO_DEF (id_atributo, nombre, tipo_dato, categoria_id)
• ATRIBUTO_VALOR (id_producto FK, id_atributo FK, valor_texto, valor_numero)
COMPATIBILIDAD: Modelo implementado en PostgreSQL con soporte JSONB para flexibilidad adicional.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📊 Visual:
Diagrama mostrando el patrón EAV con datos de ejemplo por categoría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" y="457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Ejemplo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" y="5029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CASO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9144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Sistema Bancario – Módulo de Cuentas y Transacciones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786384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7589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F"/>
                </a:solidFill>
              </a:rPr>
              <a:t>CONTEXTO: Banco regional con requisitos de auditoría y alta concurrencia.
ENTIDADES CLAVE:
• CLIENTE (id_cliente, tipo_id, numero_id, nombre, fecha_vinculacion)
• CUENTA (numero_cuenta PK, id_cliente FK, tipo_cuenta, saldo, fecha_apertura)
• TRANSACCION (id_transaccion PK, numero_cuenta FK, tipo, monto, fecha, descripcion)
• BENEFICIARIO (id_beneficiario, id_cliente FK, numero_cuenta_destino, banco)
CONSIDERACIONES ESPECIALES:
• TRANSACCION es inmutable (INSERT only, nunca UPDATE/DELETE) por auditoría.
• Se usó particionamiento por rango en TRANSACCION (por año-mes).
• PL/SQL para procedimientos de transferencia con transacciones ACID.
HERRAMIENTA: Oracle SQL Developer Data Modeler → forward engineering a Oracle 12C.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📊 Visual:
Diagrama de arquitectura: modelo físico + particionamiento + procedimientos PL/SQL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Buenas Prácticas en Modelamiento de BD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Inicia siempre por el modelo CONCEPTUAL: habla con el cliente antes de pensar en tablas.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Usa nombres descriptivos y consistentes: snake_case o PascalCase, elige uno y respétalo.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Documenta cada entidad, atributo y relación con un diccionario de datos.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15184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Normaliza hasta 3NF como mínimo antes de pensar en optimizaciones.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Valida el modelo con casos de prueba (inserta datos ficticios y ejecuta consultas clave).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Versiona los modelos igual que el código fuente (Git + archivos .dmd o .erwin).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4164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Revisa con el equipo de negocio el modelo conceptual antes de avanzar al lógico.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Idea Visual:
Check list visual con íconos verdes de validación para cada práctica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Errores Frecuentes en el Modelamiento de BD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43000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6128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⚠ Errores Comunes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41148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7556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F"/>
                </a:solidFill>
              </a:rPr>
              <a:t>Modelar directamente en físico sin pasar por conceptual ni lógico.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31720"/>
            <a:ext cx="41148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500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134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F"/>
                </a:solidFill>
              </a:rPr>
              <a:t>Usar nombres genéricos: 'tabla1', 'campo_a', 'dato' – ilegibles para el equipo.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26080"/>
            <a:ext cx="41148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9443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07791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F"/>
                </a:solidFill>
              </a:rPr>
              <a:t>Ignorar la cardinalidad: asumir 1:N sin verificar con el negocio.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520440"/>
            <a:ext cx="41148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5387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02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F"/>
                </a:solidFill>
              </a:rPr>
              <a:t>Omitir las claves foráneas pensando que 'el código las maneja'.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114800"/>
            <a:ext cx="41148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133087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0965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F"/>
                </a:solidFill>
              </a:rPr>
              <a:t>No normalizar: almacenar nombre_completo en lugar de nombre + apellido.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709160"/>
            <a:ext cx="41148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7274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90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F"/>
                </a:solidFill>
              </a:rPr>
              <a:t>Crear tablas de atributos sin considerar el tipo de dato correcto.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303520"/>
            <a:ext cx="41148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53218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285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F"/>
                </a:solidFill>
              </a:rPr>
              <a:t>Diseñar sin pensar en el volumen de datos futuro (tablas de millones de registros).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897879"/>
            <a:ext cx="41148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59161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879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F"/>
                </a:solidFill>
              </a:rPr>
              <a:t>Confundir modelo conceptual con modelo físico en la presentación al cliente.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Proceso Metodológico para el Ejercicio de Modelamiento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PASO 1: ANÁLISIS – Leer el enunciado y extraer sustantivos (→ entidades) y verbos (→ relaciones).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PASO 2: ERD CONCEPTUAL – Dibujar entidades, atributos y relaciones sin tecnicismos.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PASO 3: VALIDACIÓN – Revisar cardinalidades con las reglas del negocio del enunciado.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15184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PASO 4: MODELO LÓGICO – Convertir a tablas relacionales aplicando reglas de transformación.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PASO 5: NORMALIZACIÓN – Verificar 1NF, 2NF y 3NF.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PASO 6: MODELO FÍSICO – Asignar tipos de datos y definir constraints.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4164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PASO 7: DDL – Generar los CREATE TABLE y validarlos en el motor elegido.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Idea Visual:
Diagrama de flujo del proceso con 7 pasos secuenciales y flechas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Caso de Estudio: Sistema de Reservas de Hotel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ESCENARIO: Cadena de hoteles en Colombia requiere sistema de reservas en línea.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ACTORES: Huéspedes, Recepcionistas, Administradores.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PROCESOS: Reserva de habitación, check-in, check-out, facturación, evaluación.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15184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REGLAS DEL NEGOCIO: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  • Un huésped puede hacer múltiples reservas en diferentes fechas.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  • Una habitación tiene tipo (simple, doble, suite) y precio por noche.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4164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  • Una reserva puede incluir servicios adicionales (spa, restaurante, parqueadero).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70916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51713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  • La factura se genera al hacer check-out consolidando todos los consumos.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Idea Visual:
Mockup del proceso de reserva con estados: Solicitada → Confirmada → Activa → Cerrada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Ejercicio: Identificando Entidades en el Sistema de Hotel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HUESPED: id_huesped, nombre, apellido, tipo_documento, numero_documento, email, telefono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HABITACION: id_habitacion, numero, tipo, precio_noche, piso, descripcion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RESERVA: id_reserva, id_huesped FK, id_habitacion FK, fecha_entrada, fecha_salida, estado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15184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SERVICIO: id_servicio, nombre, descripcion, precio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CONSUMO: id_consumo, id_reserva FK, id_servicio FK, fecha_consumo, cantidad, subtotal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FACTURA: id_factura, id_reserva FK, fecha_emision, total, metodo_pago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4164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EMPLEADO: id_empleado, nombre, cargo, turno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Idea Visual:
ERD parcial mostrando RESERVA en el centro con sus relaciones a 6 entidades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Definiendo Cardinalidades: Sistema de Hotel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48640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Relaciones 1:N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F"/>
                </a:solidFill>
              </a:rPr>
              <a:t>▸ Un HUESPED tiene muchas RESERVAS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2199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F"/>
                </a:solidFill>
              </a:rPr>
              <a:t>▸ Una HABITACION aparece en muchas RESERVAS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5234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F"/>
                </a:solidFill>
              </a:rPr>
              <a:t>▸ Una RESERVA genera una FACTURA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8269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F"/>
                </a:solidFill>
              </a:rPr>
              <a:t>▸ Un EMPLEADO atiende muchas RESERVAS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1304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F"/>
                </a:solidFill>
              </a:rPr>
              <a:t>▸ Una RESERVA tiene muchos CONSUMOS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97280"/>
            <a:ext cx="54864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548640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143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Relaciones M:N (→ tabla puente)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6916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F"/>
                </a:solidFill>
              </a:rPr>
              <a:t>▸ RESERVA ↔ SERVICIO → CONSUMO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22199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F"/>
                </a:solidFill>
              </a:rPr>
              <a:t>▸ HUESPED ↔ HABITACION → RESERVA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75234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F"/>
                </a:solidFill>
              </a:rPr>
              <a:t>▸ Cada tabla puente tiene PK compuesta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28269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F"/>
                </a:solidFill>
              </a:rPr>
              <a:t>▸ Agregar atributos propios a la relación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81304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F"/>
                </a:solidFill>
              </a:rPr>
              <a:t>▸ Ejemplo: CONSUMO.cantidad, CONSUMO.fecha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Lenguajes para Implementar el Sistema de Hotel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SQL DDL (compatible con Oracle, PostgreSQL, MySQL): CREATE TABLE, PRIMARY KEY, FOREIGN KEY.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Oracle PL/SQL: Trigger para calcular subtotal en CONSUMO al momento del INSERT.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PostgreSQL: Uso de SERIAL para auto-incremento y RETURNING para capturar el ID generado.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15184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MySQL: AUTO_INCREMENT y ENGINE=InnoDB para soporte de FK y transacciones.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T-SQL (SQL Server): Si el cliente tiene licencias Microsoft; usa IDENTITY para PKs.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Consideración: el modelo lógico es ÚNICO; el DDL cambia según el SGBD elegido.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Idea Visual:
Tabla: misma FK en Oracle, PostgreSQL y MySQL con su sintaxis DDL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✏  EJERCICIO PROPUESTO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Modelamiento Completo: Sistema de Biblioteca Digital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430000" cy="10058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Una biblioteca universitaria desea digitalizar su catálogo y préstamos. El sistema debe gestionar libros, autores, usuarios, préstamos y reservas en línea. Los libros pueden tener múltiples autores y cada ejemplar tiene un estado (disponible/prestado/reservado).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3B5A"/>
                </a:solidFill>
              </a:rPr>
              <a:t>Tareas a realizar: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11480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8529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1635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F"/>
                </a:solidFill>
              </a:rPr>
              <a:t>Identificar las entidades y sus atributos (mínimo 6 entidades).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429000"/>
            <a:ext cx="411480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4472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1071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F"/>
                </a:solidFill>
              </a:rPr>
              <a:t>Definir la cardinalidad de cada relación con su justificación.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023360"/>
            <a:ext cx="411480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0416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0507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F"/>
                </a:solidFill>
              </a:rPr>
              <a:t>Elaborar el ERD conceptual usando notación Crow's Foot.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617720"/>
            <a:ext cx="411480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6360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9943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F"/>
                </a:solidFill>
              </a:rPr>
              <a:t>Transformar el ERD al modelo lógico (tablas relacionales normalizadas a 3NF).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12080"/>
            <a:ext cx="411480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52303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9379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F"/>
                </a:solidFill>
              </a:rPr>
              <a:t>Generar el DDL SQL para al menos 3 tablas con sus constraints.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806440"/>
            <a:ext cx="411480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58247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78815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F"/>
                </a:solidFill>
              </a:rPr>
              <a:t>Indicar qué lenguaje de BD usarías y por qué (Oracle/PostgreSQL/MySQL).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Rúbrica de Evaluación del Ejercicio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IDENTIFICACIÓN DE ENTIDADES (20%): Corrección y completitud de entidades y atributos.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CARDINALIDADES (20%): Justificación correcta de cada relación 1:1, 1:N o M:N.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DIAGRAMA ERD (20%): Uso correcto de notación, legibilidad y completitud.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15184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NORMALIZACIÓN (20%): Evidencia de aplicación de 1NF, 2NF y 3NF.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DDL SQL (15%): Sintaxis correcta con PK, FK, tipos de dato y constraints.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SUSTENTACIÓN (5%): Capacidad de explicar las decisiones de diseño tomadas.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Idea Visual:
Gráfico de torta con los porcentajes de la rúbrica por criterio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Herramientas Recomendadas para el Ejercicio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draw.io (gratuito, online): Ideal para ERD conceptual y lógico de forma rápida.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dbdiagram.io (gratuito): Permite describir tablas en DBML y genera el diagrama automáticamente.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MySQL Workbench (gratuito): Diseño ERD con forward engineering directo a MySQL.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15184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Oracle SQL Developer Data Modeler (gratuito con registro): Soporta los 3 niveles.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Lucidchart (versión académica): Colaborativo en línea; plantillas ERD.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DBeaver (gratuito): Permite reverse engineering desde una BD existente.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4164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Papel y lápiz: Siempre válido para el modelo conceptual inicial.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Idea Visual:
Captura de pantalla simulada de dbdiagram.io con código DBML y diagrama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Conexión con el Quehacer Profesional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Los modelos de datos son el PLANO ARQUITECTÓNICO de cualquier sistema de información.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Errores en el modelo se pagan caro: migraciones, pérdida de datos, rediseños costosos.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Un ingeniero de sistemas que modela bien reduce el tiempo de desarrollo en 30-40%.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15184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Las empresas pagan por analistas con habilidad de modelamiento: es una competencia core.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El modelo documenta el negocio: sirve como referencia legal y técnica del sistema.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Herramientas CASE generan documentación automática del modelo para auditorías.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Idea Visual:
Estadística: impacto del buen diseño en proyectos de software (gráfico de barras)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Checklist de Aprendizaje – Sesión 16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☐ Comprendo la diferencia entre modelo conceptual, lógico y físico.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☐ Identifico entidades, atributos y relaciones a partir de un enunciado.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☐ Aplico correctamente las cardinalidades 1:1, 1:N y M:N.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15184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☐ Conozco las notaciones ERD (Chen) y Crow's Foot.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☐ Sé transformar un ERD en tablas relacionales normalizadas.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☐ Conozco al menos 3 lenguajes compatibles con diseño de BD (SQL, PL/SQL, T-SQL).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4164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☐ Puedo utilizar una herramienta de modelamiento (draw.io, dbdiagram, Workbench).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Idea Visual:
Checklist interactiva visual con íconos de check verde/gris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Preguntas de Reflexión Final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¿Cuándo es preferible usar una relación 1:1 en lugar de fusionar las entidades?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¿Qué pasa si implementamos directamente en físico sin pasar por el modelo conceptual?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3969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¿Es siempre necesario normalizar hasta 3NF? ¿Cuándo justificamos la desnormalización?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15184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¿Qué ventaja tiene Oracle SQL Developer Data Modeler sobre dbdiagram.io?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90672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¿Cómo garantizamos que el modelo evoluciona junto al sistema en producción?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73152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556F"/>
                </a:solidFill>
              </a:rPr>
              <a:t>¿Qué impacto tiene la elección del SGBD en el modelo lógico?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097280"/>
            <a:ext cx="3474720" cy="5303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28016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Idea Visual:
Nube de palabras con conceptos clave de la sesión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Lenguajes de Última Generación  |  Sesión 16  |  Mg. Burbano Mena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3B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</a:rPr>
              <a:t>SESIÓN 16 COMPLETADA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2743200"/>
          </a:xfrm>
          <a:prstGeom prst="rect">
            <a:avLst/>
          </a:prstGeom>
          <a:solidFill>
            <a:srgbClr val="06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1">
                <a:solidFill>
                  <a:srgbClr val="FFFFFF"/>
                </a:solidFill>
              </a:rPr>
              <a:t>"El modelo de datos es el lenguaje
universal entre el negocio y la tecnología."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114800"/>
            <a:ext cx="9418320" cy="1371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206240"/>
            <a:ext cx="9052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Próxima Sesión 17: Continuamos con ejercicios avanzados de modelamiento
y profundizamos en lenguajes compatibles con SGBD específicos.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08076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Mg. Sergio Alejandro Burbano Mena | Universitaria de Colombia | Lenguajes de Última Generación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