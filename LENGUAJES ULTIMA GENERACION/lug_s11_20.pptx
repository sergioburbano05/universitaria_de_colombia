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Generales de Oracle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buenas prácticas y aplicaciones prácticas con Oracle Database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11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la arquitectura de Oracle Database y sus componentes principales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buenas prácticas de diseño en Oracle (naming conventions, índices, particiones)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los modelos de Oracle: OLTP vs Data Warehouse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PL/SQL para crear procedimientos, funciones y paquetes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las herramientas del ecosistema Oracle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Database — Arquitectura Fundamental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Oracle = SGA (memoria) + Procesos en background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SGA: System Global Area — área de memoria compartida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SGA: Buffer Cache, Shared Pool, Redo Log Buffer, Large Pool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físicos de la BD Oracle: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Datafiles (.dbf): contienen los datos y objetos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Files: metadatos de la BD (estructura, estado)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Log Files: registro de cambios para recuperación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Log Files: redo logs archivados para Point-in-Time Recovery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clave: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DBWn (Database Writer): escribe del buffer al disco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LGWR (Log Writer): escribe redo log entries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SMON (System Monitor): recuperación ante fallos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PMON (Process Monitor): limpieza de procesos fallidos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— Objetos de Base de Datos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Tablespaces: contenedores lógicos de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SYSTEM, SYSAUX, USERS, TEMP, UNDO — tablespaces predefinidos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Crear: CREATE TABLESPACE ventas DATAFILE 'ventas01.dbf' SIZE 100M;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Schemas: conjunto de objetos propiedad de un usuario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Oracle es un schema — separación lógica de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Sequences: generadores de números únicos (equivalente a AUTO_INCREMENT)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SEQUENCE seq_cliente START WITH 1 INCREMENT BY 1 NOCACHE;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CLIENTE VALUES(seq_cliente.NEXTVAL, 'Ana', 'ana@mail.com');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Synonyms: alias para objetos de otros schemas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SYNONYM mis_clientes FOR ventas_schema.CLIENTE;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Views: vistas físicas precalculadas para rendimiento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— Buenas Prácticas de Diseño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114800" cy="3977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 Diseño y desarrollo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conventions: MAYUSCULAS para tablas y columnas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Prefijos descriptivos: ID_ para PKs, FK_ para llaves foráneas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en FKs y columnas de búsqueda frecuente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Particionamiento de tablas grandes (&gt;10M filas)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SEQUENCES en vez de MAX(id)+1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SELECT * — especificar columnas explícitamente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Bind Variables para reutilizar planes de ejecución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420624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87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Seguridad y operaciones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Principio de Mínimo Privilegio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 aplicación: solo SELECT/INSERT en las tablas necesarias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agrupar privilegios (ROL_VENTAS, ROL_REPORTE)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Auditoría: AUDIT SELECT ON tabla BY SESSION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RMAN (Recovery Manager) — estándar Oracle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Masking: enmascarar datos sensibles en ambientes de prueba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Monitoreo: AWR (Automatic Workload Repository) para performance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 — El Lenguaje Procedural de Oracle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= SQL + estructura procedural (bloques, condiciones, loops)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un bloque PL/SQL: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 -- declaraciones (opcional)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v_nombre VARCHAR2(100);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v_total  NUMBER := 0;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   -- código principal (obligatorio)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SELECT nombre INTO v_nombre FROM CLIENTE WHERE id_cliente=1001;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DBMS_OUTPUT.PUT_LINE('Cliente: ' || v_nombre);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 -- manejo de errores (opcional)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WHEN NO_DATA_FOUND THEN DBMS_OUTPUT.PUT_LINE('No encontrado');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WHEN OTHERS THEN DBMS_OUTPUT.PUT_LINE('Error: '||SQLERRM);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control: IF/ELSIF/ELSE, LOOP, WHILE, FOR, CURSOR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Banco de Bogotá y Oracle Database 19c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Banco de Bogotá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 de un banco líder colombiano con 150 años de operación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Bogotá, fundado en 1870, usa Oracle Database 19c para su core bancario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millones de cuentas, transacciones y créditos en tiempo real con ACID garantizado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implementa la lógica de cálculo de intereses, amortización y cobranza automática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Particionamiento por mes en tabla MOVIMIENTO_CUENTA — 10+ años de historia = 120+ particiones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RAC (Real Application Clusters) para alta disponibilidad: 99.99% uptime (52 min downtime/año)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Oracle: todo acceso a cuentas queda registrado (exigencia Superfinanciera)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Banco de Bogotá procesa millones de transacciones con Oracle RAC + PL/SQL — disponibilidad 99.99% garantizada por regulación bancaria colombiana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Oracle sigue dominando el mercado enterprise a pesar de alternativas open source como PostgreSQL?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usarías una Materialized View en vez de una View normal? Da un ejemplo bancario.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ventajas tiene PL/SQL sobre ejecutar la misma lógica en el código de la aplicación (Java)?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el particionamiento de tablas mejora el rendimiento en tablas de millones de filas?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Oracle: SGA (memoria) + Datafiles + Control Files + Redo Logs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Tablespaces, Schemas, Sequences, Synonyms, Materialized Views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 y seguridad: Mínimo Privilegio + Auditoría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PL/SQL: DECLARE/BEGIN/EXCEPTION/END + IF/LOOP/CURSOR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Bogotá: Oracle RAC 99.99% uptime para core bancario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prácticas: índices en FKs, Bind Variables, RMAN para backup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de Desarrollo de Cuarta Generación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Generadores de Menús, Consultas y Aplicaciones — el ecosistema 4GL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12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los lenguajes de cuarta generación (4GL) y su ecosistema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las herramientas 4GL por categoría: menús, consultas, aplicaciones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Oracle Developer Suite con herramientas modernas equivalentes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aplicación básica con un generador de aplicaciones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cuándo usar herramientas 4GL vs desarrollo manual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4GL — Cuarta Generación: ¿Qué son?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histórico de las generaciones: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3GL (1960-70s): C, COBOL, Fortran — el programador define CÓMO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4GL (1980s-presente): SQL, ABAP, Power BI — define QUÉ, no cómo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 los lenguajes 4GL: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abstracción muy alto — pocas líneas de código, mucho resultado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Orientados a dominio específico (BD, reportes, formularios)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Generadores que producen código 3GL automáticamente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curva de aprendizaje para usuarios de negocio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de herramientas 4GL: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Generadores de formularios/pantallas: Oracle Forms, Microsoft Access Forms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Generadores de reportes/consultas: Oracle Reports, Crystal Reports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Generadores de aplicaciones completas: Oracle Application Express (APEX)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CASE: Oracle Designer, ERwin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Generadores de Menús — Oracle Forms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Forms: herramienta 4GL para crear formularios de entrada de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directamente con tablas Oracle — sincronización automática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la pantalla visual del formulario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Block: contenedor de items conectado a una tabla/vista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Item: campo de entrada (text_item, list_item, check_box, radio_group)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código PL/SQL que responde a eventos del usuario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trigger WHEN-BUTTON-PRESSED en Oracle Forms: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INSERT INTO PEDIDO(id_pedido,id_cliente,total)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VALUES(:pedido.id_pedido,:pedido.id_cliente,:pedido.total);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COMMIT;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MESSAGE('Pedido guardado exitosamente');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 fue el estándar de aplicaciones empresariales de los 90s-2000s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Generadores de Consultas y Reportes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Reports: generador de reportes 4GL conectado a Oracle DB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 visual WYSIWYG (What You See Is What You Get)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reportes: tabular, master-detail, matrix, formulario, etiquetas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 usuario: el usuario ingresa filtros al ejecutar el reporte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HTML, PDF, RTF, Excel, XML — multi-formato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Reports (SAP): el estándar del mercado actual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JDBC/ODBC → funciona con cualquier SGBD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modernas equivalentes (BI/Reportes):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(Microsoft): el más popular en empresas colombianas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Tableau: visualizaciones avanzadas, ideal para análisis exploratorio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Metabase: open source, fácil de instalar, ideal para startups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Analytics Cloud: sucesor de Oracle Reports en la nube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4GL: el analista de negocio crea reportes SIN programar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vs Desarrollo Tradicional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114800" cy="3977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Oracle APEX (4GL)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APEX: Application Express — generador de apps web 4GL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directamente a Oracle DB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Componentes: Interactive Reports, Charts, Forms, Wizards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desarrollador APEX puede crear en horas lo que en Java tarda días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costo: APEX es gratuito con Oracle Database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aprendizaje: 2-4 semanas para un desarrollador junior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por: Naciones Unidas, Cisco, BMW, Ministerios de Colombia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4206240" cy="3977640"/>
          </a:xfrm>
          <a:prstGeom prst="rect">
            <a:avLst/>
          </a:prstGeom>
          <a:solidFill>
            <a:srgbClr val="1B1F3A"/>
          </a:solidFill>
          <a:ln w="12700">
            <a:solidFill>
              <a:srgbClr val="1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87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Desarrollo Tradicional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Spring Boot + React: stack típico empresa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desarrollo 5-10x mayor que APEX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flexibilidad y personalización total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para apps con UX muy personalizada o alta carga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Angular: stack moderno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moderno: OutSystems, Mendix, PowerApps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APEX para apps internas | React para apps de usuario final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Ministerio de Hacienda de Colombia y Oracle APEX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Min. Hacienda 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presupuesto nacional con herramientas 4GL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SIIF Nación (Sistema Integrado de Información Financiera) usa Oracle + Oracle Forms/APEX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el presupuesto general de la nación colombiana (~$300 billones COP)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funcionarios en 200+ entidades del Estado ingresan datos de ejecución presupuestal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Forms: formularios de registro de obligaciones, pagos y compromisos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Reports: informes diarios, semanales y mensuales al Congreso y Contraloría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migración a Oracle APEX permitió acceso web sin instalar software cliente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El SIIF gestiona el 100% del presupuesto nacional colombiano con herramientas Oracle 4GL — Oracle Forms + Reports + APEX son la columna vertebral del Estado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tipo de proyecto usarías Oracle APEX en vez de un framework web como React? ¿Y cuándo no?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Power BI ha desplazado a Crystal Reports y Oracle Reports en muchas empresas colombianas?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las limitaciones de las herramientas 4GL que justifican el uso de lenguajes 3GL?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calculas el ROI (retorno sobre inversión) de implementar APEX vs un desarrollo Java personalizado?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4GL: nivel de abstracción alto — define QUÉ, no CÓMO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Forms: formularios 4GL con triggers PL/SQL para entrada de datos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Reports / Crystal Reports: reportes sin programar — WYSIWYG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APEX: generador de apps web completo — gratuito con Oracle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 / Metabase: generadores modernos de BI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SIIF Nación: presupuesto colombiano gestionado con herramientas 4GL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 Práctica II — Modelamiento Avanzado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DER, normalización y SQL en Oracle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13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DERs de mediana complejidad para casos de negocio reales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esquema SQL completo en Oracle SQL*Plus o SQL Developer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consultas de análisis con JOINs múltiples y agregaciones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procedimientos almacenados PL/SQL básicos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comprensión integral del modelado hasta este punto del módulo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Práctico — Sistema de Gestión Hospitalaria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hospital con consultas, médicos, pacientes y medicamentos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pacientes registrados tienen citas con médicos especialistas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consulta el médico prescribe medicamentos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facturas asocian los servicios de la consulta con el pago del paciente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y relaciones: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PACIENTE(id, nombre, fecha_nac, tipo_sangre, eps)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MÉDICO(id, nombre, especialidad, tarjeta_prof)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CITA(id, fecha, hora, id_paciente FK, id_medico FK, diagnóstico)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MEDICAMENTO(id, nombre, concentración, precio_unit)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PRESCRIPCIÓN(id_cita FK, id_medic FK, dosis, días) — tabla ternaria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FACTURA(id, id_cita FK, subtotal, iva, total, estado_pago)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SQL: medicamentos más prescritos en el último mes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m.nombre, COUNT(*) total FROM PRESCRIPCION p JOIN MEDICAMENTO m ON p.id_medic=m.id JOIN CITA c ON p.id_cita=c.id WHERE c.fecha &gt;= ADD_MONTHS(SYSDATE,-1) GROUP BY m.nombre ORDER BY total DESC FETCH FIRST 10 ROWS ONLY;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PL/SQL — Procedimiento de Agendamiento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Procedimiento: agendar_cita — valida disponibilidad del médico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REPLACE PROCEDURE agendar_cita(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p_pac IN NUMBER, p_med IN NUMBER,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p_fecha IN DATE, p_hora IN VARCHAR2) 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v_count NUMBER;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Verificar que el médico no tenga cita en ese horario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SELECT COUNT(*) INTO v_count FROM CITA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WHERE id_medico=p_med AND fecha=p_fecha AND hora=p_hora;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v_count &gt; 0 THEN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RAISE_APPLICATION_ERROR(-20001,'Médico no disponible en ese horario');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END IF;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INSERT INTO CITA(id_cita,id_paciente,id_medico,fecha,hora)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VALUES(seq_cita.NEXTVAL,p_pac,p_med,p_fecha,p_hora);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COMMIT;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Revisión de los Patrones de Diseño más Comunes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1 — Maestro/Detalle (Master-Detail):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(1) → DETALLE_FACTURA (N) — el patrón más común en sistemas transaccionales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2 — Catálogo + Transacción: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PRODUCTO(catálogo) + ITEM_PEDIDO(transacción) — separar datos estáticos de dinámicos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3 — Entidad-Rol: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+ ROL + PERSONA_ROL — un usuario puede ser cliente y proveedor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4 — Histórico/Versionamiento: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PRECIO_HIST(id_prod, precio, fecha_inicio, fecha_fin) — mantener historial de cambios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5 — Árbol/Jerarquía (Adjacency List):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CATEGORIA(id, nombre, id_padre FK) — categorías y subcategorías ilimitadas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6 — Estado/Máquina de estados: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con estado = 'Pendiente' → 'Aprobado' → 'Enviado' → 'Entregado'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Clínica Medellín y su Sistema HIS en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Clínica Medellín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 digital para 100,000+ pacientes anuales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Medellín implementó un HIS (Hospital Information System) en Oracle Database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relacional: PACIENTE, EPISODIO, DIAGNÓSTICO (CIE-10), MEDICAMENTO, PRESCRIPCIÓN, LABORATORIO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CIE-10 (Clasificación Internacional de Enfermedades) tiene 68,000 códigos en la tabla catálogo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procedure: al dar de alta al paciente, genera automáticamente el resumen de epicrisis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de auditoría: cada acceso a la historia clínica queda registrado (Habeas Data - Ley 1581)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tiempo promedio de atención reducido de 45 a 22 minutos por acceso digital al historial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Sistema HIS en Oracle reduce tiempo de atención de 45 a 22 min — la historia clínica digital bien modelada salva vidas al acelerar diagnósticos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en el sistema hospitalario la tabla PRESCRIPCIÓN es ternaria y no binaria?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implementarías el historial de versiones de precios de un producto sin duplicar la tabla PRODUCTO?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riesgo representa el procedimiento agendar_cita si dos usuarios llaman simultáneamente al mismo médico?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de los 6 patrones de diseño aplicarías a un sistema de inventario de bodega? Justifica.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hospitalario: entidades, relaciones M:N y tabla ternaria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PL/SQL: procedimiento con validación de negocio y manejo de errores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1: Maestro-Detalle | Patrón 4: Histórico | Patrón 5: Árbol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Clínica Medellín: Oracle para historia clínica de 100K+ pacientes/año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de auditoría: cumplimiento Ley 1581 (Habeas Data) en salud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Práctica: construir el DER, implementar en Oracle y escribir consultas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Lenguajes de Última Generación 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5GL, IA y lenguajes declarativos — el futuro del desarrollo de software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14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los lenguajes de quinta generación (5GL) y sus características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ejemplos reales de 5GL en producción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la IA generativa con el paradigma de los lenguajes de última generación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los lenguajes compatibles con bases de datos modernas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 modelamiento avanzado con ejercicios orientados al 5GL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5GL — La Quinta Generación: Definición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5GL son lenguajes donde el programador define las RESTRICCIONES y el sistema encuentra la SOLUCIÓN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Paradigma: programación basada en restricciones (Constraint Programming)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programador describe el PROBLEMA, no el ALGORITMO de solución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inferencia o solucionador busca la respuesta automáticamente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históricos de 5GL: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(1972): lógica de predicados — IA, procesamiento del lenguaje natural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Mercury: variante de Prolog más eficiente y con sistema de tipos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OPS5: sistema experto de reglas de producción (usado en medicina diagnóstica)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hacia la IA moderna: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5GL tradicionales evolucionaron hacia ML/DL y Procesamiento de Lenguaje Natural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ChatGPT/Gemini: el usuario 'programa' en lenguaje natural — máxima abstracción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Generaciones de Lenguajes — Cuadro Completo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114800" cy="3977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Generaciones 1-3: imperativas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1GL: Lenguaje máquina (0101)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2GL: Ensamblador (MOV, JMP)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3GL: C, Java, Python, PHP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programador define el algoritmo completo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sobre el hardware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Reutilizables y portables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programación general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4206240" cy="3977640"/>
          </a:xfrm>
          <a:prstGeom prst="rect">
            <a:avLst/>
          </a:prstGeom>
          <a:solidFill>
            <a:srgbClr val="1B1F3A"/>
          </a:solidFill>
          <a:ln w="12700">
            <a:solidFill>
              <a:srgbClr val="1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87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Generaciones 4-5: declarativas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4GL: SQL, ABAP, Power BI, APEX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QUÉ, no CÓMO — declarativo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dominio específico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5GL: Prolog, sistemas expertos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restricciones — el motor resuelve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generación: IA + NLP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habla en lenguaje natural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Lenguajes Compatibles con Bases de Datos Modernas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BD: el combo más popular en 2024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SQLAlchemy, psycopg2, cx_Oracle, PyMySQL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SQLAlchemy: análisis de datos desde BD relacionales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JavaScript/Node.js + BD: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(ORM), TypeORM (TypeScript), pg (PostgreSQL puro)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Prisma: ORM moderno con esquema type-safe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BD: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JDBC, Hibernate/JPA, Spring Data JPA — estándar enterprise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BD: el lenguaje estadístico para análisis de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DBI, ROracle, RMySQL — conectar R con cualquier SGBD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GraphQL: lenguaje de consulta para APIs que reemplaza REST parcialmente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exactamente qué datos necesitas — paradigma 4GL para APIs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Hasura: genera automáticamente una API GraphQL desde el esquema SQL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de Modelamiento — E-Commerce Avanzado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con reseñas, envíos y devoluciones: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PRODUCTO, PEDIDO, ITEM_PEDIDO, RESEÑA, ENVÍO, DEVOLUCIÓN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complejas: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M:N PRODUCTO (a través de RESEÑA) — un usuario puede reseñar muchos productos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1:1 ENVIO | ENVIO puede tener 1:1 DEVOLUCIÓN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tiene PRECIO_HIST (historial de precios — Patrón 4)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 negocio en SQL: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calificación en RESEÑA entre 1 y 5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fecha_devolucion dentro de 30 días de la entrega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actualizar stock en PRODUCTO cuando se confirma PEDIDO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5GL con IA (prompt engineering):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'Dame los productos más vendidos de la categoría electrónica este mes con su calificación promedio' → el modelo genera el SQL completo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IBM Watson y el 5GL en Diagnóstico Médico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IBM Watson Health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como lenguaje de última generación en medicina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Health usó Prolog y sistemas expertos (5GL) desde los 80s para diagnóstico médico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Evolución: de reglas Prolog a Machine Learning con Watson (2010s)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for Oncology: el médico describe los síntomas → Watson propone diagnósticos con probabilidades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médico 'programa en lenguaje natural' — máxima abstracción del 5GL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conocimiento: 300+ revistas médicas + 200+ libros de texto en la BD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corre sobre una BD Oracle que almacena los casos y el conocimiento médico estructurado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IBM Watson demostró que el 5GL es posible: el médico describe el caso en lenguaje natural y el sistema infiere el diagnóstico — la BD relacional es la fundación del conocimiento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se diferencia escribir una consulta SQL del paradigma de los lenguajes 5GL?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cambia el rol del programador cuando se usan lenguajes de última generación (NLP/IA)?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problemas de las BD relacionales podría resolver un lenguaje 5GL que SQL no puede?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riesgo de depender completamente de la IA para generar SQL? ¿Cuándo puede fallar?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5GL: define restricciones — el motor encuentra la solución (Prolog, sistemas expertos)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Evolución: 5GL tradicional → ML/DL → IA generativa (LLMs)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compatibles: Python, Java, Node.js, R + ORM modernos (Prisma, Hibernate)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GraphQL: paradigma 4GL para APIs — define QUÉ datos, no CÓMO obtenerlos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Watson: 5GL en medicina — lenguaje natural → diagnóstico automático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Ejercicio: e-commerce con reseñas, historial de precios y triggers de stock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Lenguajes de Última Generación II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generativa, NLP y modelamiento con lenguajes compatibles modernos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15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técnicas de Prompt Engineering para generar SQL con 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los lenguajes declarativos modernos (GraphQL, SPARQL, Datalog)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una BD usando herramientas asistidas por 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calidad del código SQL generado por 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 modelamiento avanzado en escenarios complejos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 para BD — SQL con IA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ChatGPT/Gemini/Claude como generadores de SQL (5GL en la práctica):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programador describe el problema en lenguaje natural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genera el SQL — el programador valida y optimiza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Prompt Engineering para SQL: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Proveer el esquema: 'Dada esta tabla: CLIENTE(id,nombre,ciudad)...'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Especificar el SGBD: 'En Oracle Database 19c...'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Describir el resultado esperado con ejemplos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Pedir explicación: '...y explica el plan de ejecución'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prompt efectivo: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'Tengo las tablas PEDIDO(id, id_cliente, total, fecha) y CLIENTE(id, nombre, ciudad). Dame el Top 5 de clientes por ventas en Medellín en el último trimestre, con su número de pedidos y promedio de compra. En PostgreSQL.'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SQL correcto en segundos — el programador valida la lógica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SPARQL — 5GL para Datos Enlazados (Linked Data)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SPARQL: lenguaje de consulta para grafos RDF (Resource Description Framework)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 SQL pero para datos en formato grafo (sujeto - predicado - objeto)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consulta SPARQL en DBpedia (Wikipedia estructurada):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?ciudad ?poblacion WHERE {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?ciudad a dbo:City 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dbo:country dbr:Colombia 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dbo:populationTotal ?poblacion 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FILTER (?poblacion &gt; 1000000)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 ORDER BY DESC(?poblacion)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ciudades colombianas con más de 1M de habitantes desde Wikipedia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 SPARQL: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gobierno abierto (datos.gov.co)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 biomédicas (UniProt, PubMed linked data)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 de Google, Amazon, LinkedIn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Datalog — El Predecesor de las Bases de Datos Modernas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Datalog: lenguaje declarativo basado en lógica de primer orden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Inventado en los 80s como fundamento teórico de SQL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expresivo que SQL para consultas recursivas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Datalog — Encontrar todos los ancestros: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ancestor(X, Y) :- parent(X, Y).  % regla base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ancestor(X, Y) :- parent(X, Z), ancestor(Z, Y).  % regla recursiva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?- ancestor(juan, X).  % consulta: ¿quiénes son los ancestros de Juan?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Datalog en sistemas modernos: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Datomic (Clojure): BD inmutable basada en Datalog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LogicBlox: análisis de negocios con Datalog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Souffle: análisis estático de programas en Datalog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recursivo (WITH RECURSIVE) es SQL intentando ser Datalog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recursión de SQL:1999 fue directamente inspirada en Datalog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Google Knowledge Graph y SPARQL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conocimiento detrás de los resultados enriquecidos de búsqueda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Knowledge Graph tiene 500+ billones de hechos sobre 5+ billones de entidades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Internamente usa una BD de grafos con un lenguaje tipo SPARQL/Datalog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buscas 'café colombia' en Google, el Knowledge Graph responde con datos estructurados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enriquecidos (rich snippets) vienen de consultas sobre este grafo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 en el Knowledge Graph: capital, presidente, PIB, ciudades, conexiones con otros países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esquema.org define el vocabulario RDF que alimenta el Knowledge Graph de Google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Google Knowledge Graph con 500B+ hechos usa principios del 5GL (lógica declarativa) para generar respuestas inteligentes — la base relacional y los grafos se complementan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límite de usar IA para generar SQL? ¿Cuándo el SQL generado puede ser incorrecto?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ventaja tiene SPARQL sobre SQL para consultar el Knowledge Graph de Google?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relaciona Datalog con SQL recursivo? ¿Por qué SQL adoptó la recursión tardíamente?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proyecto de tu carrera podrías aplicar Prompt Engineering para acelerar el desarrollo?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proveer esquema + SGBD + resultado esperado = SQL preciso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SPARQL: consultas sobre grafos RDF — datos enlazados, Wikipedia, gov abierto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Datalog: fundamento lógico de SQL — recursión natural, ancestros, grafos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Graph: Google usa principios del 5GL para respuestas inteligentes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WITH RECURSIVE: SQL adoptó la recursión de Datalog en SQL:1999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es la realización práctica del 5GL: describe el problema, la máquina resuelve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Lenguajes de Última Generación III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integrado en BD y lenguajes declarativos para análisis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16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cómo los SGBD modernos integran capacidades de ML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SQL:2023 para procesamiento de JSON y datos semi-estructurados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un sistema de recomendaciones integrado con BD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NewSQL con RDBMS tradicional para alta escala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 modelamiento de sistemas de análisis y BI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SQL:2023 y JSON — El Modelo Relacional + NoSQL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SQL:2023 (ISO/IEC 9075:2023) incorpora JSON nativamente: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dato JSON nativo en todas las columnas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JSON: JSON_VALUE, JSON_QUERY, JSON_TABLE, JSON_OBJECT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21c+ y PostgreSQL 15+ soportan SQL:2023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almacenar atributos variables de productos en JSON: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PRODUCTO (id INT PRIMARY KEY, nombre VARCHAR(100), atributos JSON);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PRODUCTO VALUES(1,'Laptop HP','{"ram":"16GB","ssd":"512GB"}');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nombre, JSON_VALUE(atributos,'$.ram') AS ram FROM PRODUCTO WHERE id=1;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'schema-on-read' vs 'schema-on-write'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productos electrónicos tienen atributos variables → JSON en BD relacional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las garantías ACID del modelo relacional con la flexibilidad de NoSQL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en Bases de Datos — Oracle Machine Learning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Machine Learning (OML): ML directamente dentro de Oracle DB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algoritmos ML corren donde están los datos — sin mover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disponibles en OML: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Clasificación: Decision Trees, Random Forest, SVM, Neural Networks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Regresión: GLM, Ridge Regression, Neural Networks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Clustering: k-Means, Hierarchical, Expectation Maximization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Asociación: Apriori (reglas de asociación — 'los que compraron X también compraron Y')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SQL con ML en Oracle: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id_cliente, PREDICTION(modelo_churn USING *) prediccion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CLIENTES_FEATURES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PREDICTION(modelo_churn USING *) = 1; -- clientes en riesgo de abandono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ML (Google): ML con SQL estándar en la nube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MODEL proyecto.modelo OPTIONS(model_type='logistic_reg') AS SELECT * FROM dataset;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Éxito y el Sistema de Recomendaciones con ML en BD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Grupo Éxito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sobre BD relacional para recomendaciones de productos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Éxito (Carulla, Éxito, Surtimax) usa Oracle + Oracle ML para personalización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HISTORIAL_COMPRA con 100M+ transacciones anuales de 10M+ clientes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Apriori en OML encuentra reglas de asociación: 'si compras pañales → 70% compra cerveza los viernes'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recomendaciones se generan con SELECT usando PREDICTION() sobre la BD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de emails promocionales: el sistema genera automáticamente ofertas relevantes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+23% en tasa de apertura de emails y +15% en conversión de ofertas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Grupo Éxito genera recomendaciones personalizadas para 10M+ clientes con Oracle ML directamente sobre la BD — sin mover datos a sistemas externos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mejor correr los algoritmos ML dentro de la BD (Oracle ML) vs exportar los datos a Python?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usarías JSON en una columna de tabla relacional vs una tabla NoSQL separada?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implicaciones éticas tiene usar ML sobre datos de compras de clientes sin su consentimiento explícito?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podría el Grupo Éxito violar la Ley 1581 (Habeas Data) si no gestiona bien los datos de sus clientes?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SQL:2023: JSON nativo en BD relacional — ACID + flexibilidad NoSQL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ML: algoritmos de ML (clasificación, clustering, asociación) en 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ML: CREATE MODEL con SQL estándar en la nube de Google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sobre BD = los datos no se mueven → seguridad + velocidad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Éxito: 10M+ clientes, recomendaciones personalizadas con OML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de datos: ML + datos personales = responsabilidades legales (Ley 1581)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Lenguajes de Última Generación IV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NewSQL, bases de datos en la nube y el futuro del paradigma relacional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17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NewSQL con RDBMS clásico y NoSQL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los servicios de BD en la nube (DBaaS) disponibles en el mercado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paradigma de Base de Datos como Código (Database as Code)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 modelamiento de sistemas distribuidos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los conceptos del módulo en un proyecto integrador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NewSQL — El Mejor de Dos Mundos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114800" cy="3977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🏛️ RDBMS Clásico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clásico: ACID garantizado, SQL estándar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vertical (hardware más potente)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1 nodo de escritura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RAC: hasta 100 nodos, pero costoso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transacciones complejas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Oracle, PostgreSQL, SQL Server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Maduro, bien documentado, amplio soporte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4206240" cy="3977640"/>
          </a:xfrm>
          <a:prstGeom prst="rect">
            <a:avLst/>
          </a:prstGeom>
          <a:solidFill>
            <a:srgbClr val="1B1F3A"/>
          </a:solidFill>
          <a:ln w="12700">
            <a:solidFill>
              <a:srgbClr val="1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87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NewSQL (Escala Masiva)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NewSQL: ACID + escalabilidad horizontal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horizontal (más nodos commodity)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nodos de lectura y escritura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CockroachDB, Google Spanner, TiDB, YugabyteDB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PostgreSQL (mismo protocolo)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escala masiva con integridad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Spanner: 99.999% disponibilidad global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DBaaS — Base de Datos como Servicio en la Nube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del modelo DBaaS vs On-Premise: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administración de hardware, OS ni parches del SGBD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automáticos, alta disponibilidad y failover incluidos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automática: paga solo lo que usas (serverless BD)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servicios DBaaS: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Autonomous Database: se configura, optimiza y repara sola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RDS/Aurora: MySQL y PostgreSQL gestionado en AWS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Spanner: NewSQL distribuido globalmente con 99.999% SLA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Database: SQL Server en la nube de Microsoft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Neon: PostgreSQL serverless — paga por consulta, no por hora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Colombia: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tiene datacenter en Bogotá (2023) → baja latencia para apps colombianas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anuncia datacenter en Bogotá para 2024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as Code — Migrations y Version Control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el esquema de la BD cambia con el tiempo, igual que el código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gestionar versiones del esquema de la BD como si fuera código fuente?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migrations: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Flyway: SQL puro versionado → V1__crear_tablas.sql, V2__agregar_columna.sql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Liquibase: XML/YAML/JSON para describir cambios de esquema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(Python/SQLAlchemy): migrations automáticas desde los modelos ORM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Migrate: migrations type-safe para Node.js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DevOps para BD: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crea migration file → PR en Git → review → CI aplica migration en staging → merge → production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para infraestructura de BD: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'aws_db_instance' 'mi_oracle' { engine='oracle-ee' instance_class='db.r6g.4xlarge' }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Principio: la BD es código — versionar, revisar, probar, desplegar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Rappi en la Nube — de Oracle On-Premise a AWS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 BD on-premise a cloud para escalar a 9 países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Rappi comenzó con Oracle on-premise en Bogotá en 2015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expandir a México, Brasil y otros países, la latencia del datacenter bogotano era un problema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AWS RDS Aurora (PostgreSQL-compatible) con regiones en Bogotá, São Paulo y Virginia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AWS Database Migration Service para migrar sin downtime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gestiona las migrations del esquema — cada deploy en GitHub Actions aplica migrations automáticamente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latencia reducida de 400ms (cross-region) a 8ms (same-region) por usuario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Rappi redujo latencia de BD de 400ms a 8ms migrando a AWS multi-región + PostgreSQL Aurora — Database as Code con Flyway garantiza consistencia del esquema en 9 países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elegiría CockroachDB (NewSQL) sobre PostgreSQL tradicional para una startup colombiana?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riesgos de seguridad introduce almacenar datos en la nube para una empresa colombiana regulada?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importante versionar el esquema de la BD con Flyway igual que el código con Git?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afecta la regulación colombiana (Ley 1581, Decreto 090) a dónde se pueden almacenar datos?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NewSQL: ACID + escalabilidad horizontal (CockroachDB, Spanner, TiDB)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DBaaS: Oracle Autonomous, AWS RDS/Aurora, Google Spanner, Azure 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as Code: Flyway, Liquibase, Alembic — migrations versionadas en Git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en Bogotá (2023): baja latencia para apps colombianas en la nube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Rappi: migración on-premise → multi-región AWS = latencia 400ms → 8ms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colombiana: Ley 1581 + GDPR para datos de usuarios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CASE — Oracle Database 12C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Repositorios, evolución y beneficios del desarrollo asistido por computadora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18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las herramientas CASE y clasificarlas por tipo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la arquitectura y componentes de Oracle Database 12C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el repositorio de una herramienta CASE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los beneficios empresariales de las herramientas CASE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CASE con el ciclo de vida completo del desarrollo de software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CASE — Computer-Aided Software Engineering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herramientas que asisten o automatizan el desarrollo de software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por fase del ciclo de vida: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CASE (Front-End CASE): apoyan análisis y diseño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ERwin, Oracle Designer, Rational Rose, PowerDesigner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CASE (Back-End CASE): apoyan codificación y pruebas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Oracle Developer Suite, Delphi, Visual Studio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I-CASE (Integrated CASE): cubren todo el ciclo de vida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Oracle CASE, IBM Rational, Enterprise Architect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típicos de una herramienta CASE: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almacena todos los modelos y metadatos del proyecto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diagramas: DER, UML, Flujo de procesos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código: produce DDL SQL, código Java/C# desde el modelo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documentación: produce documentación técnica automáticamente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Database 12C — Evolución y Novedades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12c (2013): 'c' = Cloud — el primer Oracle diseñado para la nube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 principales de Oracle 12c: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Multitenant Architecture: Container Database (CDB) + Pluggable Databases (PDB)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PDB es una BD independiente que comparte la misma instancia Oracle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migrar, clonar o mover una BD entre servidores en segundos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Columns: equivalente a AUTO_INCREMENT (antes solo Sequences)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FIRST n ROWS ONLY: paginación estándar SQL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Columns: columnas que no aparecen en SELECT * pero existen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en columnas — precursor de SQL:2023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12c Multitenant = el modelo SaaS de Oracle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servidor Oracle puede hospedar 100+ BDs independientes (PDBs) para 100 clientes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Repositorio de Oracle CASE — Oracle Designer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Designer: herramienta Upper CASE/I-CASE de Oracle (1990s-2000s)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centralizado en tablas Oracle — todos los modelos almacenados en BD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del repositorio Oracle Designer: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Systems: proyectos o sistemas lógicos separados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Function Hierarchy: modelo jerárquico de funciones del negocio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Diagrammer: editor visual de DER conectado al repositorio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Diagrammer: diagramas de flujo de datos (DFD)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Modeller: modelado de procesos de negocio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Generadores integrados: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Generator: produce sentencias CREATE TABLE, INDEX, SEQUENCE desde el DER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Generator: produce pantallas Oracle Forms desde el modelo de tablas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Generator: produce reportes Oracle Reports desde las consultas definidas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modernas equivalentes: Enterprise Architect, PowerDesigner, ERwin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Designer vs Herramientas CASE Modernas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114800" cy="3977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🏛️ Oracle Designer (clásico)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Designer: repositorio en Oracle DB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nativa con Oracle Forms y Reports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código Oracle-específico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escritorio (cliente pesado)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 en: empresas con legacy Oracle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en: DER y DFD para sistemas empresariales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actual: limitado (producto legacy Oracle)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420624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87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Herramientas CASE Modernas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 (Sparx): modelado UML, BPMN, DER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PowerDesigner (SAP): potente para modelos de datos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ERwin: estándar para modelado de datos corporativo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Paradigm: colaborativo, basado en web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dbdiagram.io: moderno, rápido, gratuito — recomendado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Lucidchart: modelos colaborativos en la nube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draw.io: gratuito, integrado con Google Drive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EPS Sanitas y la Gestión del Ciclo de Vida con CASE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EPS Sanitas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una EPS colombiana gestiona su arquitectura con herramientas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Sanitas gestiona la salud de 3.5M afiliados en Colombia con sistemas Oracle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Enterprise Architect para modelar todos sus sistemas (UML + DER + BPMN)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centralizado garantiza que el DER del sistema de facturación sea la 'única fuente de verdad'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DDL desde EA: el modelo conceptual genera el esquema Oracle automáticamente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Consistencia: el código de la aplicación, la BD y la documentación se generan del mismo modelo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errores de implementación en un 60% al usar generación de código desde CASE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EPS Sanitas redujo errores de implementación en 60% usando Enterprise Architect como herramienta CASE — el repositorio centralizado garantiza consistencia entre modelo, BD y código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repositorio de una herramienta CASE se almacena en una base de datos relacional?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diferencia entre Upper CASE, Lower CASE e I-CASE? Da un ejemplo de uso para cada uno.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beneficios trae la Multitenant Architecture de Oracle 12c para una empresa SaaS?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vale la pena invertir en una herramienta CASE empresarial vs usar herramientas gratuitas?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Upper (análisis/diseño), Lower (codificación), I-CASE (ciclo completo)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CASE: almacena modelos, metadatos, versiones en BD relacional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12c: Multitenant (CDB+PDB), Identity Columns, JSON, FETCH FIRST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Designer: repositorio en Oracle, genera DDL + Forms + Reports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modernas: Enterprise Architect, ERwin, dbdiagram.io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Sanitas: CASE + repositorio central = 60% menos errores de implementación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Generación de Código y Laboratorio Oracle 12C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de código SQL y laboratorio de implementación práctica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19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código DDL SQL a partir de un modelo en una herramienta CASE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una base de datos completa en Oracle Database 12C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objetos Oracle: tablespaces, usuarios, tablas, índices, secuencias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diseño usando las capacidades de la herramienta CASE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competencias prácticas en preparación para el examen final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Completo: Modelo → Código → BD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Modelado Conceptual (DER):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dbdiagram.io, draw.io o Enterprise Architect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atributos, relaciones, cardinalidades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Generación de DDL SQL: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EA 'Database → Generate DDL' o dbdiagram.io 'Export to SQL'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automática de CREATE TABLE con PKs, FKs, tipos de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— Implementación en Oracle 12C: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SQL*Plus o SQL Developer para ejecutar el DDL generado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tablespace, usuario y asignar permisos primero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— Carga de datos de prueba: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masivo con scripts SQL o Oracle Data Pump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— Generación de documentación: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genera: diagrama de BD, diccionario de datos, modelo relacional en PDF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sistema completamente documentado y funcionando en Oracle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Laboratorio — Implementación en Oracle 12C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comandos para crear el ambiente Oracle: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-- 1. Crear tablespace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TABLESPACE ts_proyecto DATAFILE 'proyecto01.dbf' SIZE 500M AUTOEXTEND ON;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-- 2. Crear usuario/schema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usr_proyecto IDENTIFIED BY password123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DEFAULT TABLESPACE ts_proyecto QUOTA UNLIMITED ON ts_proyecto;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-- 3. Asignar permisos mínimos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CONNECT, RESOURCE TO usr_proyecto;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-- 4. Conectar como el usuario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usr_proyecto/password123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-- 5. Crear tablas (generadas desde CASE)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CLIENTE (id_cliente NUMBER(10) PRIMARY KEY, ...);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-- 6. Crear índices de performance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INDEX idx_cli_ciudad ON CLIENTE(ciudad);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Developer: interfaz gráfica recomendada para el laboratorio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Diccionario de Datos — Documentación Automatizada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Diccionario de Datos es la documentación de referencia de cada tabla: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tabla: nombre, descripción, propietario, fecha de creación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columna: nombre, tipo de dato, longitud, nulabilidad, descripción, restricciones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 Dictionary — vistas del sistema: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USER_TABLES: tablas del usuario actual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USER_COLUMNS: columnas de todas las tablas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USER_CONSTRAINTS: restricciones (PK, FK, CHECK, UNIQUE)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USER_INDEXES: índices creados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el diccionario de datos: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table_name, num_rows FROM user_tables ORDER BY table_name;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column_name, data_type, nullable FROM user_tab_columns WHERE table_name='CLIENTE';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CASE generan automáticamente el diccionario de datos en Word/PDF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Architect: 'Report → Generate Documentation' produce el diccionario completo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Empresa de Seguros en Colombia — BD Oracle 12C con CASE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Seguros Bolívar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sistema de pólizas con Oracle 12C y herramienta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 Bolívar implementó su sistema de pólizas y siniestros en Oracle Database 12C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Usaron Oracle Designer para modelar 80+ tablas del sistema de pólizas de vida, autos y hogar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Oracle Designer generó automáticamente 15,000+ líneas de DDL SQL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Multitenant de Oracle 12C: pólizas de vida, autos y hogar son 3 PDBs independientes en 1 instancia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diccionario de datos generado por el CASE cumple los requerimientos de la Superfinanciera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implementación reducido en 40% gracias a la generación automática de código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Seguros Bolívar implementó 80+ tablas en Oracle 12C con código 100% generado desde CASE — 40% menos tiempo de desarrollo y documentación automática para auditorías de la Superfinanciera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importante que el DDL generado por la herramienta CASE coincida exactamente con el modelo?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ventajas tiene crear un usuario/schema separado por sistema en Oracle Multitenant (PDB)?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contribuye el diccionario de datos generado automáticamente al mantenimiento del sistema a largo plazo?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fue el mayor aprendizaje del módulo para ti? ¿Cómo lo aplicarás en tu carrera?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DER (CASE) → Generación DDL → Oracle 12C → Carga datos → Documentación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Oracle: tablespace → usuario → GRANT → tablas → índices → sequences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 de datos: USER_TABLES, USER_COLUMNS, USER_CONSTRAINTS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Multitenant Oracle 12C: 1 instancia, múltiples PDBs independientes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 Bolívar: 80+ tablas, 40% menos tiempo con generación automática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= inversión que se paga con la calidad y velocidad del desarrollo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19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Evaluación Final del Módulo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integral + entrega de notas y cierre del módulo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 Integral — Sesiones 1 a 19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(S1-S5): Fundamentos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Sistémico, tipos de BD, modelo relacional, Codd, ACID, claves, DER conceptual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(S6-S9): Modelamiento y SQL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tablas, 1:N/M:N, cardinalidad, 1FN-3FN, DDL/DML, JOINs, Window Functions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(S10-S13): SGBD Oracle y 4GL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en BD, ORM, Oracle arquitectura, PL/SQL, Oracle Forms/Reports/APEX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(S14-S17): 5GL y Lenguajes Modernos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Prolog, Datalog, SPARQL, Prompt Engineering, SQL:2023 JSON, Oracle ML, NewSQL, DBaaS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(S18-S19): Herramientas CASE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Designer, repositorio, Oracle 12C Multitenant, generación de código, diccionario de datos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20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Examen Final — Sección A: Conceptos (30 pts)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57200" cy="4572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la diferencia entre Clave Candidata, Clave Primaria y Clave Foránea con un ejemplo.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457200" cy="4572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64792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3FN? Identifique la violación en: EMPLEADO(id, nombre, id_dpto, nombre_dpto, ciudad_dpto).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523744"/>
            <a:ext cx="457200" cy="4572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569464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las propiedades ACID y por qué son obligatorias en sistemas bancarios.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328416"/>
            <a:ext cx="457200" cy="4572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374136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diferencia fundamental entre un lenguaje 4GL y un lenguaje 5GL? De un ejemplo de cada uno.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20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Examen Final — Sección B: Aplicación (40 pts)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57200" cy="4572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Diseñe el DER (entidades, atributos, relaciones con cardinalidad) para un sistema de reservas de hotel con habitaciones, clientes, reservas y pagos.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457200" cy="4572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64792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Oracle Multitenant (CDB + PDB)? ¿Cuál es su ventaja para una empresa SaaS?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523744"/>
            <a:ext cx="457200" cy="4572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569464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qué es una herramienta CASE y cuál es el papel del repositorio en el ciclo de vida del desarrollo.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328416"/>
            <a:ext cx="457200" cy="4572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374136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relaciona el Prompt Engineering con el concepto de lenguajes de última generación (5GL)?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20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Examen Final — Sección C: Caso Integrador (30 pts)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57200" cy="4572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INTEGRADOR (30 pts): Eres el DBA de una fintech colombiana que procesa pagos. Diseña: (1) el DER con 6+ entidades incluyendo usuarios, cuentas, transacciones, beneficiarios; (2) el esquema SQL completo en Oracle con restricciones de integridad; (3) 3 consultas SQL relevantes para el negocio; (4) una estrategia de seguridad y backup para cumplir con la regulación de la Superfinanciera.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20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de Evaluación Final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A — Conceptos (30 pts): 4 preguntas × 7.5 pts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precisa + ejemplo correcto del contexto colombiano/empresarial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B — Aplicación (40 pts): 4 preguntas × 10 pts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correcto + resultado verificable + justificación técnica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C — Caso Integrador (30 pts):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completo y correcto (10 pts)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SQL con restricciones (10 pts)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correctas y consultas relevantes (5 pts)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seguridad/backup (5 pts)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120 minutos | Recursos: 1 hoja de notas (ambos lados)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aprobatoria: 60/100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20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457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🎓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¡Felicitaciones!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completado el módulo de Lenguajes de Última Generación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0" y="2926080"/>
            <a:ext cx="5486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datos son el petróleo del siglo XXI — pero como el petróleo, deben ser refinados para tener valor." — Clive Humby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 • Sesiones 1–20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LUG — S11 a S20</dc:title>
  <dc:subject>PptxGenJS Presentation</dc:subject>
  <dc:creator>PptxGenJS</dc:creator>
  <cp:lastModifiedBy>PptxGenJS</cp:lastModifiedBy>
  <cp:revision>1</cp:revision>
  <dcterms:created xsi:type="dcterms:W3CDTF">2026-04-05T19:41:40Z</dcterms:created>
  <dcterms:modified xsi:type="dcterms:W3CDTF">2026-04-05T19:41:40Z</dcterms:modified>
</cp:coreProperties>
</file>