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96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7° Semestre  ·  Conectando con Pruebas Unitarias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|  unittest  |  SQLAlchemy  |  FastAPI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Clase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Repaso rápido: pruebas unitarias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¿Qué son las pruebas de integración?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Unitarias vs Integración — Comparación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Tipos de integración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Ventajas y desventajas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Casos de uso reales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Ejemplo práctico completo (BD + lógica)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Ejemplo con API + servicio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Errores comunes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Actividad práctica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Pruebas Unitarias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84048" y="100584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SABEMOS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 el comportamiento de una sola unidad (función, clase, método) en aislamiento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mocks y stubs para eliminar dependencias externas (BD, red, archivos)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rápidas, deterministas y fáciles de depurar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unittest, pytest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Slogan: «una prueba, una razón para fallar»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Ejemplo de Prueba Unitaria con pytest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producto.py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calcular_total(precio: float, cantidad: int) -&gt; float: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cantidad &lt;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ValueError("Cantidad no puede ser negativa")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precio * cantidad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test_producto.py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producto import calcular_total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test_total_correcto():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calcular_total(10.0, 3) == 30.0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test_cantidad_negativa():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pytest.raises(ValueError):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calcular_total(10.0, -1)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Sin base de datos  ✔ Sin red  ✔ Rápida  ✔ Determinista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las Pruebas de Integración?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integración verifican que dos o más componentes del sistema funcionan CORRECTAMENTE JUNTOS, incluyendo sus interacciones reales con bases de datos, APIs, sistemas de archivos y otros servicios.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Prueban la «costura» entre componentes, no el componente en sí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errores de contrato, incompatibilidad de tipos y configuraciones incorrectas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recursos reales (o muy similares): BD de prueba, servicios embebidos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más lentas que las unitarias pero más realistas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del Mundo Real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3214944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Unitaria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" y="24231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que cada pieza de un motor funciona por separado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560320" cy="3214944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063240" y="1234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468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Integración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4231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que el motor, la caja de cambios y el sistema de frenos funcionan JUNTOS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2560320" cy="3214944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E2E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Conducir el carro completo desde A hasta 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80360" y="22860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943600" y="22860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 vs Integración — Comparación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03920" cy="351129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Unitaria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de Integración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prueba?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función/clase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Interacción entre componentes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Mockeadas / stub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Reales o casi reales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rápida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lenta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 o nulo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errores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 interna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Contratos, configuración, flujo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Sencillo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complejo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fallan?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de lógica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de API, BD, contrato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0" marR="120" marT="0" marB="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Tipo?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USA Pruebas Unitarias cuando…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40233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8920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USA Pruebas de Integración cuando…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es compleja y depende solo de sus inputs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documentar el comportamiento esperado de una función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cobertura rápida en CI/CD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componente puede probarse en aislamiento con mocks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 más componentes interactúan (servicio + BD)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Sospechas errores en la comunicación entre capas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Cambias un contrato de API o esquema de BD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pasar a producción o QA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0" cy="33832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Integración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75488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Big Bang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integran todos los módulos a la vez y se prueba el sistema completo. Rápido pero difícil de depurar.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0972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56048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Top-Down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56048" y="16002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prueban primero los módulos de alto nivel usando stubs para los inferiores. Cubre la lógica principal primero.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10972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75488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Bottom-Up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3566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prueban los módulos base primero con drivers. Útil cuando los componentes de bajo nivel son críticos.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109728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56048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🥪  Incremental / Sandwich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56048" y="3566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Top-Down y Bottom-Up. Se integra gradualmente en ambas direcciones hasta unir todo.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 de las Pruebas de Integración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Ventajas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40233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8920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Desventajas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errores reales entre componentes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el flujo completo de datos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Aumentan la confianza antes de desplegar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Descubren problemas de configuración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Complementan perfectamente las unitarias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más lentas que las pruebas unitarias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difíciles de configurar y mantener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difíciles de aislar (¿qué parte falló?)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 del entorno (BD, red, etc.)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pruebas frágiles ante cambios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0" cy="33832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01752" y="113385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Repositorio + Base de Datos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guardar un usuario en la BD funciona con el repositorio real (SQLAlchemy, psycopg2)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73552" y="113385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Endpoint HTTP + Servicio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53619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un endpoint FastAPI/Django que llama a un servicio de pagos y persiste en BD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7432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45352" y="113385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Cola de Mensajes + Consumidor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53619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un mensaje en RabbitMQ/Kafka es procesado correctamente por el consumidor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27432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01752" y="300837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Microservicio → Microservicio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41071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el servicio de inventario responde correctamente a las llamadas del servicio de pedidos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273552" y="300837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Autenticación + Autorización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41071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que el middleware de JWT interactúa correctamente con la BD de usuarios y permisos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172200" y="2971800"/>
            <a:ext cx="274320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45352" y="300837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Carga de Archivos + Storage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41071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subir un archivo al endpoint lo almacena en S3/minio y actualiza la BD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 BD + Lógica de Negocio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Biblioteca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651760" cy="1417320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LibroRepository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BD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(SQLAlchemy)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417320"/>
          </a:xfrm>
          <a:prstGeom prst="rect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938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651760" cy="141732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(test)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938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44368" y="1993392"/>
            <a:ext cx="3474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961888" y="1993392"/>
            <a:ext cx="3474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944368" y="182880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61888" y="182880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 integración verifica que estos tres componentes colaboran correctamente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pytest-sqlalchemy / SQLite en memoria → no contamina la BD de producción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de pytest crean y destruyen la BD por cada sesión de prueba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prueban los métodos del servicio con datos reales en la BD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Modelos y Repositorio (SQLAlchemy)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4276898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models.py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 import Column, Integer, String, Boolean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sqlalchemy.orm import DeclarativeBase</a:t>
            </a:r>
            <a:endParaRPr lang="en-US" sz="950" dirty="0"/>
          </a:p>
          <a:p>
            <a:pPr lvl="1"/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Base(DeclarativeBase):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950" dirty="0"/>
          </a:p>
          <a:p>
            <a:pPr lvl="1"/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Libro(Base):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"libros"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= Column(Integer, primary_key=True)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titulo    = Column(String, nullable=False)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autor     = Column(String, nullable=False)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disponible = Column(Boolean, default=True)</a:t>
            </a:r>
            <a:endParaRPr lang="en-US" sz="950" dirty="0"/>
          </a:p>
          <a:p>
            <a:pPr lvl="1"/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repositorio.py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sqlalchemy.orm import Session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models import Libro</a:t>
            </a:r>
            <a:endParaRPr lang="en-US" sz="950" dirty="0"/>
          </a:p>
          <a:p>
            <a:pPr lvl="1"/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LibroRepository: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session: Session):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self.session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session</a:t>
            </a:r>
            <a:endParaRPr lang="en-US" sz="9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45657C9-86AC-5AC1-ACFE-B6F3217AA567}"/>
              </a:ext>
            </a:extLst>
          </p:cNvPr>
          <p:cNvSpPr/>
          <p:nvPr/>
        </p:nvSpPr>
        <p:spPr>
          <a:xfrm>
            <a:off x="4779818" y="1210195"/>
            <a:ext cx="4276898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guardar(self, libro: Libro) -&gt; Libro: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self.session.add(libro)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self.session.commit()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self.session.refresh(libro)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libro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buscar_por_titulo(self, titulo: str) -&gt; Libro | None: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self.session.query(Libro).filter(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Libro.titulo == titulo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).first()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Servicio de Negocio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servicio.py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repositorio import LibroRepository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models import Libro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BibliotecaService: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repo: LibroRepository):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self.repo = repo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agregar_libro(self, titulo: str, autor: str) -&gt; Libro: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titulo or not autor: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ValueError("Título y autor son obligatorios")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libro = Libro(titulo=titulo, autor=autor)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self.repo.guardar(libro)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prestar_libro(self, titulo: str) -&gt; Libro: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libro = self.repo.buscar_por_titulo(titulo)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libro is None: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LookupError(f"Libro '{titulo}' no encontrado")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libro.disponible: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RuntimeError(f"Libro '{titulo}' no disponible")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libro.disponible =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self.repo.session.commit()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libro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Fixture de pytest — Base de Datos de Prueba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conftest.py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 import create_engine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sqlalchemy.orm import sessionmaker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models import 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repositorio import LibroRepository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servicio import BibliotecaService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Motor SQLite en MEMORIA — aislado, rápido, no persiste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@pytest.fixture(scope="session")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engine():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_engine = create_engine("sqlite:///:memory:")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Base.metadata.create_all(_engine)          # Crea las tablas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_engine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Base.metadata.drop_all(_engine)            # Limpia al final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Sesión nueva por cada prueba — garantiza aislamiento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session(engine):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 = sessionmaker(bind=engine)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Session()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s.rollback()   # Deshace cambios para no afectar otras pruebas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s.close()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Servicio listo con la BD de prueba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servicio(session):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 = LibroRepository(session)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BibliotecaService(repo)</a:t>
            </a:r>
            <a:endParaRPr lang="en-US" sz="9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546A12B-0704-364B-CFD5-C9A3B653ECF2}"/>
              </a:ext>
            </a:extLst>
          </p:cNvPr>
          <p:cNvSpPr/>
          <p:nvPr/>
        </p:nvSpPr>
        <p:spPr>
          <a:xfrm>
            <a:off x="4846320" y="128016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Servicio listo con la BD de prueba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servicio(session):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 = LibroRepository(session)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BibliotecaService(repo)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Pruebas de Integración — Biblioteca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test_integracion_biblioteca.py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test_agregar_libro_se_persiste_en_bd(servicio, session):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"""El libro guardado debe aparecer en la BD real."""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libro = servicio.agregar_libro("El Quijote", "Cervantes")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Verificamos directamente en la BD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models import Libro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session.get(Libro, libro.id)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resultado is not None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resultado.titulo == "El Quijote"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resultado.disponible is True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test_prestar_libro_cambia_disponibilidad(servicio):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"""Prestar un libro debe marcarlo como no disponible."""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servicio.agregar_libro("Cien Años", "García Márquez")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prestado = servicio.prestar_libro("Cien Años")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prestado.disponible is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test_prestar_libro_inexistente_lanza_error(servicio):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"""Intentar prestar un libro que no existe debe fallar."""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pytest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pytest.raises(LookupError):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servicio.prestar_libro("Libro Fantasma")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Basta la Prueba Unitaria? (Comparación Directa)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Unitaria: con Mock (NO toca la BD)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unittest.mock import MagicMock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test_prestar_unitaria():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mock_repo = MagicMock()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mock_repo.buscar_por_titulo.return_value = Libro(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titulo="El Quijote", disponible=True)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svc = BibliotecaService(mock_repo)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✅ Pasa... pero ¿la BD real funciona igual?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con BD Real (SQLite)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402336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test_prestar_integracion(servicio):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servicio.agregar_libro(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"El Quijote", "Cervantes")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prestado = servicio.prestar_libro(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"El Quijote")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✅ Pasa Y confirma que la BD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actualiza el campo correctamente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11480" y="3611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prueba unitaria NO puede detectar errores en el mapeo ORM, migraciones de BD o tipos de columna incorrectos.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Integración API (FastAPI) + Servicio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HTTPException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servicio import BibliotecaService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(asumimos que servicio ya tiene la BD conectada)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@app.post("/libros/{titulo}/prestar")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prestar(titulo: str, svc: BibliotecaService = Depends(get_servicio)):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libro = svc.prestar_libro(titulo)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{"titulo": libro.titulo, "disponible": libro.disponible}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LookupError as e: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HTTPException(status_code=404, detail=str(e))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test_api_integracion.py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fastapi.testclient import TestClient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main import app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TestClient(app)   # ← cliente de prueba que llama el endpoint REAL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test_prestar_endpoint_exitoso():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Primero crear el libro en la BD de prueba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client.post("/libros/Quijote/prestar")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response.status_code == 200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response.json()["disponible"] == False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test_prestar_libro_no_encontrado():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client.post("/libros/Fantasma/prestar")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response.status_code == 404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Proyecto Recomendada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mi_proyecto/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           # Modelos de BD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repositorio.py      # Acceso a datos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servicio.py         # Lógica de negocio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main.py             # API / entry point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unit/               # Pruebas unitarias (con mocks)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test_servicio_unit.py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test_repositorio_unit.py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integration/        # Pruebas de integración (BD real)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conftest.py     # Fixtures: engine, session, servicio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test_biblioteca_integracion.py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test_api_integracion.py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e2e/                # Pruebas end-to-end (sistema completo)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test_flujo_completo.py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solo integración: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pytest tests/integration/ -v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 de Pruebas — ¿Cuántas de Cada Tipo?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4023360"/>
            <a:ext cx="64008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417320" y="404164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  —  Muchas, rápidas, baratas  (70%)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3246120"/>
            <a:ext cx="4572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331720" y="326440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 —  Menos, más lentas  (20%)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468880"/>
            <a:ext cx="274320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46120" y="248716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 —  Pocas  (10%)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3474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Rápidas / Baratas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🔻 Lentas / Caras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859536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11480" y="1216152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Regla práctica: más unitarias que de integración, más de integración que E2E.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 integración son la red de seguridad entre capas. Sin ellas, los mocks pueden ocultar problemas reales.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Errores Comunes en Pruebas de Integración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5029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28600" y="1399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133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BD de producción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49961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usar una BD de prueba separada (SQLite en memoria o contenedor Docker). Nunca tocar datos reales.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5029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09160" y="1399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133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aislar las pruebas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0" y="149961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prueba debe comenzar con un estado limpio. Usa rollback o recreación de tablas entre pruebas.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40864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2340864"/>
            <a:ext cx="5029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2860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395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del orden de ejecución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2761488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deben ser independientes. Si una falla porque otra la precede, hay un problema de diseño.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40864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09160" y="2340864"/>
            <a:ext cx="5029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0916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395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manejar transacciones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0" y="2761488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commits no revertidos pueden contaminar otras pruebas. Usa session.rollback() en teardown.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28600" y="3602736"/>
            <a:ext cx="5029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28600" y="39227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demasiado grandes (God Test)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de integración debe probar UN flujo específico, no todo el sistema a la vez.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5029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709160" y="39227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Hardcodear datos de conexión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03520" y="402336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variables de entorno o archivos .env.test para la configuración. Nunca pongas credenciales en el código.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Buenas Prácticas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las pruebas describiendo el escenario: test_prestar_libro_disponible_actualiza_bd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fixtures de pytest para configurar y limpiar la BD de manera reproducible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las pruebas de integración en CI/CD pero sepáralas de las unitarias (pytest -m integration)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SQLite en memoria para pruebas locales y PostgreSQL en contenedor para CI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qué dependencias externas requiere cada prueba (BD, API externa, etc.)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Prefiere pruebas de integración delgadas: prueban la costura, no repiten la lógica unitaria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pytest-cov para verificar que las pruebas cubren las rutas críticas de integración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Pruebas con Marcadores de pytest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pytest.ini (configuración del proyecto)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[pytest]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markers =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unit: pruebas unitarias (sin dependencias externas)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integration: pruebas de integración (requieren BD o servicios)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slow: pruebas lentas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Aplicar marcadores en el código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@pytest.mark.integration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test_guardar_usuario_en_bd(session):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@pytest.mark.unit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test_calcular_descuento():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en consola: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unit                # Solo unitarias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integration         # Solo integración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"not slow"          # Excluir las lentas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-v --tb=short          # Verboso con trazas cortas</a:t>
            </a:r>
            <a:endParaRPr lang="en-US" sz="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Recursos Recomendados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pytest Docs — docs.pytest.org (fixtures, marks, plugins)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SQLAlchemy 2.0 — docs.sqlalchemy.org (ORM, sessions, testing)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FastAPI Testing — fastapi.tiangolo.com/tutorial/testing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Testing with pytest — Brian Okken (libro recomendado)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Libro: "Growing Object-Oriented Software, Guided by Tests" — Freeman &amp; Pryce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pytest-cov: cobertura de código — pip install pytest-cov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factory_boy: generación de datos de prueba — pip install factory_boy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668780"/>
            <a:ext cx="9144000" cy="22174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9431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 en Python  ·  7° Semestre  ·  Ingeniería de Software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917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|  SQLAlchemy  |  FastAPI  |  SQLite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2997</Words>
  <Application>Microsoft Office PowerPoint</Application>
  <PresentationFormat>On-screen Show (16:9)</PresentationFormat>
  <Paragraphs>432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de Integración en Python</dc:title>
  <dc:subject>PptxGenJS Presentation</dc:subject>
  <dc:creator>PptxGenJS</dc:creator>
  <cp:lastModifiedBy>Sergio A Burbano M</cp:lastModifiedBy>
  <cp:revision>4</cp:revision>
  <dcterms:created xsi:type="dcterms:W3CDTF">2026-04-08T17:16:07Z</dcterms:created>
  <dcterms:modified xsi:type="dcterms:W3CDTF">2026-04-08T18:46:01Z</dcterms:modified>
</cp:coreProperties>
</file>