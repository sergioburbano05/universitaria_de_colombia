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51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Driven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675120" y="594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Guiado por Pruebas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4630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03120" y="3108960"/>
            <a:ext cx="14630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103120" y="3108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3108960"/>
            <a:ext cx="14630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749040" y="3108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Ingenieria de Software  |  7mo Semestre  |  Pruebas de Software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 del Software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cubrir en esta clase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2976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167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?Que es TDD?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934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origen y motivacion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42976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4028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511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Red-Green-Refactor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4378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corazon de TDD explicado paso a paso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74720"/>
            <a:ext cx="42976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7472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47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8561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0782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practico completo en Python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42976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46320" y="1078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3167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Beneficios, limitaciones y cuando usarlo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934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vision equilibrada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40280"/>
            <a:ext cx="42976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09160" y="224028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46320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511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4378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errores mas frecuentes al aprender TDD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74720"/>
            <a:ext cx="42976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709160" y="347472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46320" y="3547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8561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practica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0782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tu primer modulo con TDD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?Que es TDD?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371600"/>
          </a:xfrm>
          <a:prstGeom prst="rect">
            <a:avLst/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es el proceso de </a:t>
            </a: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 prueba primero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luego </a:t>
            </a:r>
            <a:r>
              <a:rPr lang="en-US" sz="1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codigo minimo para que pase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finalmente </a:t>
            </a:r>
            <a:r>
              <a:rPr lang="en-US" sz="1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ese codigo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manteniendo todas las pruebas en verde.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2651760" cy="210312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75488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33649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de pruebas: cambia como piensas antes de programar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651760"/>
            <a:ext cx="2651760" cy="21031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00400" y="2651760"/>
            <a:ext cx="265176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10128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MUY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33649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iteracion dura entre 2 y 10 minutos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651760"/>
            <a:ext cx="2651760" cy="210312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035040" y="2651760"/>
            <a:ext cx="26517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44768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como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33649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documentan el comportamiento esperado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Tradicional vs TDD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lo cambia todo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51960" cy="3931920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25196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9692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Tradicional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" y="1444752"/>
            <a:ext cx="4023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29768" y="14813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Disenar la solucion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" y="2075688"/>
            <a:ext cx="4023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29768" y="211226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Escribir el codigo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8328" y="2706624"/>
            <a:ext cx="4023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29768" y="2743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Probar manualmente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" y="3337560"/>
            <a:ext cx="4023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29768" y="33741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Escribir tests (si hay tiempo)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" y="3968496"/>
            <a:ext cx="4023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29768" y="40050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Refactorizar (si hay tiempo)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914400"/>
            <a:ext cx="4251960" cy="39319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709160" y="914400"/>
            <a:ext cx="42519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18888" y="9692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Driven Development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18888" y="1444752"/>
            <a:ext cx="4023360" cy="512064"/>
          </a:xfrm>
          <a:prstGeom prst="rect">
            <a:avLst/>
          </a:prstGeom>
          <a:solidFill>
            <a:srgbClr val="16A34A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910328" y="14813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Disenar la PRUEBA primero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18888" y="2075688"/>
            <a:ext cx="4023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910328" y="211226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Escribir el test (falla)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18888" y="2706624"/>
            <a:ext cx="4023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910328" y="2743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Implementacion minima (verde)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18888" y="3337560"/>
            <a:ext cx="4023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910328" y="33741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Refactorizar con confianza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18888" y="3968496"/>
            <a:ext cx="4023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910328" y="40050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Repetir el ciclo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60520" y="2468880"/>
            <a:ext cx="822960" cy="8229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1605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4859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Green — Refactor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828800" y="3337560"/>
            <a:ext cx="14630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828800" y="3337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3337560"/>
            <a:ext cx="14630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840480" y="3337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3337560"/>
            <a:ext cx="14630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52160" y="3337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corazon de TDD: un ciclo corto y repetitivo de 2-10 minutos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RED  —  Escribe la prueba que FALLA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2560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DE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debes hacer: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4114800" cy="56692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92608" y="144475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92608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4356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 prueba ANTES que el codigo de produccion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075688"/>
            <a:ext cx="4114800" cy="56692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92608" y="213055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92608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1214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debe compilar pero FALLAR al ejecutarse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761488"/>
            <a:ext cx="4114800" cy="56692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92608" y="281635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92608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8072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pasa sin codigo, la prueba esta mal escrita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447288"/>
            <a:ext cx="4114800" cy="56692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92608" y="350215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292608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4930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fallo confirma que tu test detecta la ausencia de la funcionalidad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1005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1371600"/>
            <a:ext cx="4343400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572000" y="1371600"/>
            <a:ext cx="36576" cy="2377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663440" y="1481328"/>
            <a:ext cx="420624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test_descuento.py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 funcion AUN NO EXISTE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tienda.descuento import calcular_precio_final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test_descuento_basico():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calcular_precio_final(100, 20)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resultado == 80.0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886200"/>
            <a:ext cx="4343400" cy="822960"/>
          </a:xfrm>
          <a:prstGeom prst="rect">
            <a:avLst/>
          </a:prstGeom>
          <a:solidFill>
            <a:srgbClr val="1A0000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663440" y="393192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tests/
</a:t>
            </a: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ModuleNotFoundError: No module named 'tienda.descuento'
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El fallo confirma que debemos implementar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GREEN  —  Codigo minimo para pasar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2560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DE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critica: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4114800" cy="56692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92608" y="144475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92608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4356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SOLO el codigo para que la prueba pase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075688"/>
            <a:ext cx="4114800" cy="56692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92608" y="213055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92608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1214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optimices, no agregues funcionalidad extra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761488"/>
            <a:ext cx="4114800" cy="56692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92608" y="281635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92608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8072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valido escribir codigo 'feo' o hardcodeado aqui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447288"/>
            <a:ext cx="4114800" cy="56692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92608" y="350215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292608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4930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 es ver el indicador VERDE, nada mas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1005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 minima: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1371600"/>
            <a:ext cx="434340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572000" y="1371600"/>
            <a:ext cx="36576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663440" y="1481328"/>
            <a:ext cx="42062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tienda/descuento.py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calcular_precio_final(precio, descuento):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Solo lo necesario para pasar el 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precio * (1 - descuento / 100)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337560"/>
            <a:ext cx="4343400" cy="713232"/>
          </a:xfrm>
          <a:prstGeom prst="rect">
            <a:avLst/>
          </a:prstGeom>
          <a:solidFill>
            <a:srgbClr val="052E16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663440" y="338328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tests/
</a:t>
            </a:r>
            <a:r>
              <a:rPr lang="en-US" sz="1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passed in 0.03s</a:t>
            </a: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&lt;&lt; VERDE! Objetivo cumplido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4160520"/>
            <a:ext cx="4343400" cy="77724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572000" y="4160520"/>
            <a:ext cx="43434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681728" y="4251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 la sobreingenieria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81728" y="45445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agregues lo que no pide el test. Esta disciplina es el mayor valor de TDD.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REFACTOR  —  Mejora SIN romper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2560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DE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mejorar: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4114800" cy="566928"/>
          </a:xfrm>
          <a:prstGeom prst="rect">
            <a:avLst/>
          </a:prstGeom>
          <a:solidFill>
            <a:srgbClr val="FAF5FF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11480" y="14356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codigo duplicado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75688"/>
            <a:ext cx="4114800" cy="566928"/>
          </a:xfrm>
          <a:prstGeom prst="rect">
            <a:avLst/>
          </a:prstGeom>
          <a:solidFill>
            <a:srgbClr val="FAF5FF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2075688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nombres de variables y funciones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761488"/>
            <a:ext cx="4114800" cy="566928"/>
          </a:xfrm>
          <a:prstGeom prst="rect">
            <a:avLst/>
          </a:prstGeom>
          <a:solidFill>
            <a:srgbClr val="FAF5FF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2761488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11480" y="2807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principios SOLID si aplica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447288"/>
            <a:ext cx="4114800" cy="566928"/>
          </a:xfrm>
          <a:prstGeom prst="rect">
            <a:avLst/>
          </a:prstGeom>
          <a:solidFill>
            <a:srgbClr val="FAF5FF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47288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11480" y="3493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las pruebas despues de CADA cambio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1005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refactorizado: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371600"/>
            <a:ext cx="434340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572000" y="1371600"/>
            <a:ext cx="36576" cy="3017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663440" y="1481328"/>
            <a:ext cx="42062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tienda/descuento.py - refactorizado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calcular_precio_final(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precio: float,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descuento_porcentaje: float) -&gt; float: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"""Calcula precio con descuento aplicado."""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_validar_descuento(descuento_porcentaje)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factor = 1 - (descuento_porcentaje / 100)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precio * factor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_validar_descuento(pct: float) -&gt; None: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pct &lt; 0 or pct &gt; 100: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f'Descuento invalido: {pct}')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4526280"/>
            <a:ext cx="4343400" cy="438912"/>
          </a:xfrm>
          <a:prstGeom prst="rect">
            <a:avLst/>
          </a:prstGeom>
          <a:solidFill>
            <a:srgbClr val="1E1033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663440" y="45537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tests/ -v
</a:t>
            </a: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passed  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 Tests en verde despues del refactor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Completo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 del flujo Red-Green-Refactor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0" y="960120"/>
            <a:ext cx="146304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840480" y="960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05840" y="1920240"/>
            <a:ext cx="1645920" cy="1463040"/>
          </a:xfrm>
          <a:prstGeom prst="ellipse">
            <a:avLst/>
          </a:prstGeom>
          <a:solidFill>
            <a:srgbClr val="DC2626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
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fallando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3200400"/>
            <a:ext cx="1645920" cy="146304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840480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
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920240"/>
            <a:ext cx="1645920" cy="146304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
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el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97480" y="2834640"/>
            <a:ext cx="1188720" cy="50292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3291840"/>
            <a:ext cx="10515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57784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194560"/>
            <a:ext cx="0" cy="73152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28600" y="4206240"/>
            <a:ext cx="8686800" cy="73152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28600" y="4206240"/>
            <a:ext cx="86868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38328" y="4297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 del TDD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" y="45902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escribas codigo de produccion nuevo sin que haya una prueba fallando que lo justifique.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TDD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vale la pena la curva de aprendizaje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cobertura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153619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funcionalidad tiene test antes de existir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00584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154680" y="1005840"/>
            <a:ext cx="27432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46120" y="1115568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4612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75888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emergente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64408" y="153619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a pensar la interfaz antes de la implementacion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00584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080760" y="100584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172200" y="111556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17220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01968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Deteccion temprana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0488" y="153619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se detectan en segundos, no dias despues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292608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228600" y="292608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20040" y="303580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2004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Documentacion viva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" y="345643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documentan el comportamiento esperado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54680" y="292608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3154680" y="2926080"/>
            <a:ext cx="2743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246120" y="3035808"/>
            <a:ext cx="347472" cy="34747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24612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75888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para refactorizar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64408" y="345643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tests verdes, cambias el codigo sin miedo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292608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6080760" y="2926080"/>
            <a:ext cx="2743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6172200" y="3035808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617220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01968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debugging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90488" y="345643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corto aisla errores de inmediato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Cuando Usar TDD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vision equilibrada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4114800" cy="53035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47472" y="13990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Curva de aprendizaje alta al inicio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029968"/>
            <a:ext cx="4114800" cy="53035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47472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Mas tiempo de desarrollo inicial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688336"/>
            <a:ext cx="4114800" cy="53035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47472" y="27157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Dificil con interfaces graficas complejas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346704"/>
            <a:ext cx="4114800" cy="53035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47472" y="33741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Requiere disciplina constante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4005072"/>
            <a:ext cx="4114800" cy="53035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47472" y="403250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reemplaza integracion ni E2E tests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960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Usar TDD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960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Evitar TDD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1371600"/>
            <a:ext cx="1965960" cy="530352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709160" y="14173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de negocio compleja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0840" y="1371600"/>
            <a:ext cx="2194560" cy="53035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812280" y="14173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migracion unicos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2029968"/>
            <a:ext cx="1965960" cy="530352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709160" y="207568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y servicios RESTful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20840" y="2029968"/>
            <a:ext cx="2194560" cy="53035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812280" y="20756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desechables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2688336"/>
            <a:ext cx="1965960" cy="530352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709160" y="273405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utilidades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20840" y="2688336"/>
            <a:ext cx="2194560" cy="53035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812280" y="27340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graficas (usa BDD)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3346704"/>
            <a:ext cx="1965960" cy="530352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709160" y="339242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larga vida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20840" y="3346704"/>
            <a:ext cx="2194560" cy="53035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812280" y="339242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de terceros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17720" y="4005072"/>
            <a:ext cx="1965960" cy="530352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709160" y="405079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reutilizable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20840" y="4005072"/>
            <a:ext cx="2194560" cy="53035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812280" y="40507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Investigacion rapida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4859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Practico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Descuentos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pytest  |  TDD desde cero, paso a paso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funcion que calcula el precio final con descuento y valida el porcentaje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 Inicial del Proyecto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archivos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00" cy="306324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063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69848"/>
            <a:ext cx="443484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proyecto_descuentos/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tienda/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|-- __init__.py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|-- descuento.py    &lt;- codigo de produccion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                        (vacio al inicio)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tests/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|-- __init__.py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|-- test_descuento.py  &lt;- aqui van los tests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requirements.txt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requirements.txt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pytest&gt;=7.0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960120"/>
            <a:ext cx="3977640" cy="306324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937760" y="960120"/>
            <a:ext cx="36576" cy="3063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029200" y="1069848"/>
            <a:ext cx="384048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Instalar pytest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pytest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Correr todos los tests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Correr con verbose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 -v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cobertura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pytest-cov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--cov=tienda tests/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4160520"/>
            <a:ext cx="8686800" cy="74980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28600" y="4160520"/>
            <a:ext cx="86868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38328" y="4251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de nombres: test_[que]_[cuando]_[entonces]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" y="45445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test_descuento_basico_retorna_precio_correcto | Cada test prueba UNA sola cosa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 1  —  RED: Primer test fallando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48640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36576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1069848"/>
            <a:ext cx="53492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tests/test_descuento.py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Importamos la funcion que AUN NO EXISTE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tienda.descuento import calcular_precio_final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TestDescuento: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test_descuento_basico(self):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DADO: producto de $100 con 20% de descuento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CUANDO: calculo el precio final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ENTONCES: resultado debe ser $80.0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resultado = calcular_precio_final(100, 20)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resultado == 80.0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3794760"/>
            <a:ext cx="5486400" cy="1097280"/>
          </a:xfrm>
          <a:prstGeom prst="rect">
            <a:avLst/>
          </a:prstGeom>
          <a:solidFill>
            <a:srgbClr val="1A0000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5760" y="3840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tests/
</a:t>
            </a:r>
            <a:r>
              <a:rPr lang="en-US" sz="10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No module named 'tienda.descuento'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TEST FALLA  |  Esto es CORRECTO y ESPERADO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97880" y="960120"/>
            <a:ext cx="301752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897880" y="960120"/>
            <a:ext cx="301752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observar: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4173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archivo descuento.py esta VACIO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03911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funcion NO EXISTE todavia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66090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fallo es evidencia de que el test sirve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32826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Patron: Given / When / Then en el docstring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39044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Nombres de test son descriptivos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 1  —  GREEN + REFACTOR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960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GREEN: implementacion minima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438912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36576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435608"/>
            <a:ext cx="4251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tienda/descuento.py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calcular_precio_final(precio, desc):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precio * (1 - desc / 100)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724912"/>
            <a:ext cx="4389120" cy="5029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0040" y="27614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tests/  →  </a:t>
            </a:r>
            <a:r>
              <a:rPr lang="en-US" sz="1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passed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VERDE!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3337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Ahora refactorizamos: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" y="3675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iteracion el codigo es simple; no se requiere refactorizacion. Avanzamos al siguiente test.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983480" y="1005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iteracion: Validaciones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4069080" cy="233172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36576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937760" y="1481328"/>
            <a:ext cx="393192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que vamos a escribir next: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test_descuento_invalido():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pytest.raises(ValueError):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calcular_precio_final(100, 110)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test_descuento_negativo():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pytest.raises(ValueError):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calcular_precio_final(100, -5)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4069080" cy="749808"/>
          </a:xfrm>
          <a:prstGeom prst="rect">
            <a:avLst/>
          </a:prstGeom>
          <a:solidFill>
            <a:srgbClr val="EEF2FF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846320" y="3822192"/>
            <a:ext cx="40690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956048" y="39136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Patron: pytest.raises()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42062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context manager para verificar que se lanza la excepcion correcta.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 2  —  RED: Validacion de entradas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nuevos tests fallando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214884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148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69848"/>
            <a:ext cx="49834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Agregar al archivo test_descuento.py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test_descuento_invalido_lanza_error(self):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pytest.raises(ValueError):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calcular_precio_final(100, 110)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test_descuento_negativo_lanza_error(self):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pytest.raises(ValueError):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calcular_precio_final(100, -5)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3200400"/>
            <a:ext cx="5120640" cy="621792"/>
          </a:xfrm>
          <a:prstGeom prst="rect">
            <a:avLst/>
          </a:prstGeom>
          <a:solidFill>
            <a:srgbClr val="1A0000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0040" y="32278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tests/  →  </a:t>
            </a:r>
            <a:r>
              <a:rPr lang="en-US" sz="9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failed, 1 passed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 nuevos tests FALLAN  (correcto!)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77840" y="9326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GREEN: agregar validacion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0" y="1325880"/>
            <a:ext cx="333756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577840" y="1325880"/>
            <a:ext cx="36576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669280" y="1435608"/>
            <a:ext cx="32004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calcular_precio_final(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precio, descuento_porcentaje):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(descuento_porcentaje &lt; 0 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descuento_porcentaje &gt; 100):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'Descuento invalido')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precio * (1 - desc / 100)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3337560"/>
            <a:ext cx="3337560" cy="5029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669280" y="33649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passed  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TODOS los tests pasan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977640"/>
            <a:ext cx="8686800" cy="822960"/>
          </a:xfrm>
          <a:prstGeom prst="rect">
            <a:avLst/>
          </a:prstGeom>
          <a:solidFill>
            <a:srgbClr val="FAF5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28600" y="3977640"/>
            <a:ext cx="86868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38328" y="40690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viene el REFACTOR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" y="43616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3 tests en verde, podemos mejorar el codigo: extraer funcion de validacion, agregar type hints y docstrings, mejorar el mensaje de error.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  —  Codigo Refactorizado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120640" cy="397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36576" cy="3977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1069848"/>
            <a:ext cx="49834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"""Modulo de calculo de descuentos."""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calcular_precio_final(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precio: float,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descuento_porcentaje: float) -&gt; float: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Calcula precio final con descuento.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precio: Precio original del producto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descuento_porcentaje: Porcentaje (0-100)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Returns: Precio final despues del descuento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Raises: ValueError si el porcentaje es invalido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_validar_descuento(descuento_porcentaje)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factor = 1 - (descuento_porcentaje / 100)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precio * factor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_validar_descuento(pct: float) -&gt; None: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"""Valida que el porcentaje sea 0-100."""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pct &lt; 0 or pct &gt; 100: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f'Descuento invalido: {pct}. 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'Debe estar entre 0 y 100.')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33375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687568" y="1051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logramos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87568" y="1444752"/>
            <a:ext cx="3063240" cy="438912"/>
          </a:xfrm>
          <a:prstGeom prst="rect">
            <a:avLst/>
          </a:prstGeom>
          <a:solidFill>
            <a:srgbClr val="FAFAFA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760720" y="1499616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760720" y="1499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14904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 en verde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87568" y="1975104"/>
            <a:ext cx="3063240" cy="438912"/>
          </a:xfrm>
          <a:prstGeom prst="rect">
            <a:avLst/>
          </a:prstGeom>
          <a:solidFill>
            <a:srgbClr val="FAFAFA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5760720" y="202996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760720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0760" y="20208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en todas las funciones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87568" y="2505456"/>
            <a:ext cx="3063240" cy="438912"/>
          </a:xfrm>
          <a:prstGeom prst="rect">
            <a:avLst/>
          </a:prstGeom>
          <a:solidFill>
            <a:srgbClr val="FAFAFA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5760720" y="256032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760720" y="2560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25511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detallados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87568" y="3035808"/>
            <a:ext cx="3063240" cy="438912"/>
          </a:xfrm>
          <a:prstGeom prst="rect">
            <a:avLst/>
          </a:prstGeom>
          <a:solidFill>
            <a:srgbClr val="FAFAFA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5760720" y="3090672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7607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30815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 privada de validacion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87568" y="3566160"/>
            <a:ext cx="3063240" cy="438912"/>
          </a:xfrm>
          <a:prstGeom prst="rect">
            <a:avLst/>
          </a:prstGeom>
          <a:solidFill>
            <a:srgbClr val="FAFAFA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5760720" y="3621024"/>
            <a:ext cx="237744" cy="23774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760720" y="3621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36118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de error descriptivo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87568" y="4096512"/>
            <a:ext cx="3063240" cy="438912"/>
          </a:xfrm>
          <a:prstGeom prst="rect">
            <a:avLst/>
          </a:prstGeom>
          <a:solidFill>
            <a:srgbClr val="FAFAFA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5760720" y="4151376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760720" y="4151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41422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del 100%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4663440"/>
            <a:ext cx="3337560" cy="2743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669280" y="468172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tests/ -v  →  3 passed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Errores Mas Comunes en TDD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identificarlos es parte del proceso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5720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607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codigo antes que la prueba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instinto natural es codificar primero. Si no hay test fallando, STOP.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304288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304288"/>
            <a:ext cx="45720" cy="11704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359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624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que nunca pueden fallar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944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que no puede fallar no te protege. assert resultado is not None es casi siempre inutil.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602736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602736"/>
            <a:ext cx="4572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6576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922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demasiado grandes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242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debe verificar UNA sola cosa. Si falla y no sabes donde, es demasiado grande.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4572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46320" y="10607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325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Saltarse el paso REFACTOR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al siguiente test sin refactorizar acumula deuda tecnica rapidamente.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304288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09160" y="2304288"/>
            <a:ext cx="45720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46320" y="2359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624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muchos tests antes de implementar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2944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es UNA prueba a la vez. El feedback rapido del ciclo es el valor.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y la Piramide de Pruebas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vive TDD en el ecosistema de pruebas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74320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0" y="1005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Functional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(pocos, lentos)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920240"/>
            <a:ext cx="4389120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377440" y="19202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(medianos)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2834640"/>
            <a:ext cx="640080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 ←  TDD vive principalmente aqui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(muchos, rapidos, baratos)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se aplica principalmente a nivel unitario.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/ ATDD extienden el concepto al nivel E2E.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28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Actividad Practica  —  40 minutos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97680" cy="3931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validar_contrasena(password: str) -&gt; dict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retorne: { 'es_valida': bool, 'errores': [str] 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505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Minimo 8 caracteres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Al menos una MAYUSCULA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364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 menos una minuscula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8221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Al menos un numero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2793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Al menos un caracter especial (!@#$%^&amp;*)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60520" cy="3931920"/>
          </a:xfrm>
          <a:prstGeom prst="rect">
            <a:avLst/>
          </a:prstGeom>
          <a:solidFill>
            <a:srgbClr val="162032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8920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1463040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93792" y="14630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proyecto con estructura correcta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1883664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92040" y="18836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93792" y="188366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test_1: contrasena valida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230428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92040" y="23042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93792" y="230428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test_2: contrasena corta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92040" y="2724912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892040" y="2724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93792" y="27249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test_3: sin mayusculas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3145536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892040" y="31455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93792" y="31455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test_4: sin numeros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3566160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892040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93792" y="35661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test_5: sin especiales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3986784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892040" y="39867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93792" y="398678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test_6: multiples errores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440740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4892040" y="4407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93792" y="440740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pantalla: todos en VERDE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Recomendados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84048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10698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By Example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600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Beck — El libro original de TDD. Fundamental.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864608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76672" y="10698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600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C. Martin — Capitulo sobre pruebas y TDD.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420624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84048" y="2514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96112" y="2532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docs.pytest.org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Documentacion oficial de pytest en Python.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420624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864608" y="2514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76672" y="2532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Calculator Kata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clasica para practicar TDD. Hazla 5 veces.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4622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Recuerda:  RED → GREEN → REFACTOR  |  Una prueba a la vez  |  Tests primero, siempre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|  Valle del Software  |  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2350</Words>
  <Application>Microsoft Office PowerPoint</Application>
  <PresentationFormat>Presentación en pantalla (16:9)</PresentationFormat>
  <Paragraphs>431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Driven Development - TDD</dc:title>
  <dc:subject>PptxGenJS Presentation</dc:subject>
  <dc:creator>Valle del Software</dc:creator>
  <cp:lastModifiedBy>Sergio A Burbano M</cp:lastModifiedBy>
  <cp:revision>2</cp:revision>
  <dcterms:created xsi:type="dcterms:W3CDTF">2026-04-09T17:05:22Z</dcterms:created>
  <dcterms:modified xsi:type="dcterms:W3CDTF">2026-04-09T18:43:47Z</dcterms:modified>
</cp:coreProperties>
</file>