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 · PRUEBAS DE SOFTWARE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de la mochila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los números de Fibonacci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problemas clásicos resueltos paso a paso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743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Ingeniería de Software · VII Semestre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la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la receta de cinco pasos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sobre etapas, estados, recurrencia, casos base y orden de cómputo.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Fibonacci: el primer DP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recurrencia ingenua a la versión con espacio constante.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la mochila 0/1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Planteamiento, recurrencia y construcción de la tabla.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4630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Reconstrucción de la solución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el valor óptimo: también qué objetos se eligieron.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2120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14630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y aplicaciones en testing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no acotada y conexión con priorización de pruebas.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de aprendizaje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 el estudiante será capaz de: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Fibonacci en sus tres variantes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ingenua, memoización y tabulación con análisis de complejidad asociado.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problemas reales como mochila 0/1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variables de decisión, restricciones y función objetivo.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leer la tabla DP de la mochila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las celdas dp[i][w] y trazar el flujo de la recurrencia.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la solución óptima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9194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la tabla hacia atrás para identificar qué elementos integran la solución.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294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mochila con priorización de pruebas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6601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modelo a la selección de casos bajo presupuesto temporal limitado.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números de Fibonacci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mínimo donde se prueban todas las técnicas de DP.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Definición matemática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F(n-1) + F(n-2),  con  F(0) = 0,  F(1) = 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término se obtiene sumando los dos anteriores. La sucesión empieza: 0, 1, 1, 2, 3, 5, 8, 13, 21, 34, 55, 89, 144...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F(0) =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el primer término por convención.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F(1) =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el segundo término por convención.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Recurrencia: definida solo a partir de F(n-1) y F(n-2).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Fibonacci es el ejemplo canónico?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recurrencia más simple posible que ya manifiesta el problema de los subproblemas traslapados.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depende solo de dos estados anteriores: el modelado es trivial.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exponencial se observa rápidamente: en pocos segundos vemos cuándo la solución ingenua deja de funcionar.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mostrar las cuatro variantes (recursión, memoización, tabulación, espacio constante) en menos de 50 líneas.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1691640"/>
            <a:ext cx="4846320" cy="45720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691640"/>
            <a:ext cx="73152" cy="4572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828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implementaciones, una sola idea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78040" y="2331720"/>
            <a:ext cx="4526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pura: O(2^n) en tiempo.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Memoización: O(n) en tiempo, O(n) en espacio.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Tabulación: O(n) en tiempo, O(n) en espacio.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constante: O(n) en tiempo, O(1) en espacio.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la primera y la última es el viaje completo del paradigma DP.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Variante 1: recursión ingenua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literal de la definición matemática. Útil solo como punto de partida.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fib_recursivo(n):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fib_recursivo(n - 1) + fib_recursivo(n - 2)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Análisis: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T(n) = T(n-1) + T(n-2) + O(1)  →  O(2^n)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Espacio: O(n) por la pila de llamadas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n = 40 ya tarda más de un segundo.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n = 50 tarda más de un minuto.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n &gt; 60 es prácticamente inviable.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Variante 2: memoización (top-down)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estructura recursiva pero con caché. Cada subproblema se resuelve una sola vez.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fib_memo(n - 1) + fib_memo(n - 2)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Análisis: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Tiempo:   O(n)   — cada estado se calcula una vez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Espacio:  O(n)   — caché + pila de recursión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fib_memo(1000) → instantáneo (con sys.setrecursionlimit)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Conserva la legibilidad de la formulación matemática.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Variante 3: tabulación (bottom-up)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Llenado iterativo de un arreglo, desde los casos base hacia el resultado final.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fib_tabla(n):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dp[0], dp[1] = 0,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range(2,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dp[i - 1] + dp[i - 2]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Análisis: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Tiempo:   O(n)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Espacio:  O(n) por el arreglo dp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recursión: sin riesgo de stack overflow.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orden de evaluación es explícito: i = 2, 3, 4, ...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Variante 4: espacio constante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necesitamos los dos últimos valores. La tabla colapsa a dos variables.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fib_optimizado(n):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anterior, actual = 0,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range(2,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anterior, actual = actual, anterior + actual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actual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Análisis: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Tiempo:   O(n)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Espacio:  O(1)  — solo dos variables enteras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Esta optimización aplica siempre que la recurrencia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dependa de un número fijo de valores previos.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cuatro variantes lado a lado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28117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O(2ⁿ)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2811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PURA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2628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exponencial. Inviable para n &gt; 40.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68980" y="2286000"/>
            <a:ext cx="28117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O(n)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268980" y="3840480"/>
            <a:ext cx="2811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0420" y="4297680"/>
            <a:ext cx="2628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lineal. Espacio O(n) con caché y pila.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2286000"/>
            <a:ext cx="28117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O(n)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080760" y="3840480"/>
            <a:ext cx="2811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4297680"/>
            <a:ext cx="2628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lineal. Espacio O(n) sin recursión.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92540" y="2286000"/>
            <a:ext cx="28117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O(1)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8892540" y="3840480"/>
            <a:ext cx="2811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CONSTANTE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83980" y="4297680"/>
            <a:ext cx="26289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lineal. Espacio fijo: dos variables.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refinamiento progresivo de una misma idea: ese es el espíritu de la programación dinámica.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allá del ejemplo de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tiempos de ejecución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costos amortizados en estructuras de datos como heaps de Fibonacci.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Generadores pseudoaleatorios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generadores derivan secuencias a partir de la recurrencia de Fibonacci modular.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de datos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codificación de Fibonacci permite codificar enteros con prefijos únicos sin tabla.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biológico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 poblaciones, ramificación de plantas y filotaxis siguen secuencias relacionadas.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de la mochila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paradigma de optimización combinatoria por excelencia.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de la mochila 0/1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 un conjunto de n objetos, cada uno con un peso y un valor, y una mochila con capacidad máxima W, seleccionar el subconjunto de objetos que maximice el valor total sin superar la capacidad.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Variante clásica: cada objeto se incluye una vez o no se incluye (de ahí el 0/1).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uno de los 21 problemas NP-completos identificados por Karp en 1972. La fuerza bruta evalúa los 2^n subconjuntos posibles. La programación dinámica lo resuelve en tiempo pseudo-polinomial O(nW), suficiente para muchos casos prácticos.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 de la receta de cinco pasos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objeto i: ¿lo incluyo en la mochila o no? Hay n decisiones binarias en total.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5968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962656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(i, w): el objeto en evaluación y la capacidad restante de la mochila en ese momento.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456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22192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dp[i][w] = max(dp[i-1][w], dp[i-1][w - peso[i]] + valor[i]) si el objeto cabe; si no, solo el primer término.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6168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3159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681728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dp[0][w] = 0 para todo w (sin objetos disponibles, valor cero) y dp[i][0] = 0 (sin capacidad).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22122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51755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cómputo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541264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i de 1 a n y, para cada i, w de 0 a W. Tabla de dimensiones (n+1) × (W+1).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tabla DP en acción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4 objetos, capacidad W = 5. Pesos: [2, 3, 4, 5]. Valores: [3, 4, 5, 6].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1572768"/>
                <a:gridCol w="1572768"/>
                <a:gridCol w="1572768"/>
                <a:gridCol w="1572768"/>
                <a:gridCol w="1572768"/>
                <a:gridCol w="1572768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\ 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(vacío)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(p=2,v=3)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(p=3,v=4)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(p=4,v=5)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(p=5,v=6)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celda destacada dp[4][5] = 7 es el valor óptimo. Los objetos 1 y 2 (peso 2+3=5, valor 3+4=7) son la solución.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 de la mochila 0/1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bottom-up. La complejidad es O(n·W) en tiempo y espacio.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mochila_01(pesos, valores, W):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len(pesos)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(W + 1) for _ in range(n + 1)]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 in range(W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pesos[i - 1] &lt;= 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dp[i][w] = max(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dp[i - 1][w],                              # no incluir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dp[i - 1][w - pesos[i - 1]] + valores[i - 1]  # incluir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dp[i][w] = dp[i - 1][w]  # no cabe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dp[n][W]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mochila_01([2, 3, 4, 5], [3, 4, 5, 6], 5)  →  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Reconstruir la solución óptima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nos da el valor óptimo. Para saber qué objetos elegir, recorremos hacia atrás.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mochila_con_objetos(pesos, valores, W):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len(pesos)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(W + 1) for _ in range(n + 1)]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 in range(W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pesos[i - 1] &lt;= 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dp[i][w] = max(dp[i - 1][w],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dp[i - 1][w - pesos[i - 1]] + valores[i - 1])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dp[i][w] = dp[i - 1][w]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Reconstrucción: ¿se usó el objeto i?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elegidos, w = [], 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range(n, 0, -1):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dp[i][w] != dp[i - 1][w]: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elegidos.append(i - 1)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 -= pesos[i - 1]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dp[n][W], list(reversed(elegidos))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Optimización: solo dos filas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necesitamos la fila anterior. Bajamos a O(W) en espacio.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mochila_opt(pesos, valores, W):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len(pesos)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(W + 1)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IMPORTANTE: iterar de derecha a izquierda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para no usar dos veces el mismo objeto.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 in range(W, pesos[i] - 1, -1):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dp[w] = max(dp[w], dp[w - pesos[i]] + valores[i])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dp[W]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Espacio: O(W) en lugar de O(n·W)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iteración inversa es CRÍTICA en mochila 0/1.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Variantes de la mochila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Pequeños cambios en el enunciado, grandes cambios en el algoritmo.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 de problemas tipo mochila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0/1 (clásica)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se incluye una vez o no se incluye. Iteración inversa en w al optimizar espacio.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no acotada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puede usarse cuántas veces se quiera. Iteración directa en w en la versión optimizada.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acotada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i tiene un límite k[i] de copias. Se reduce a 0/1 con codificación binaria.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fraccional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incluir fracciones de objetos. Se resuelve con voraz, NO con DP. Útil para contrastar.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Mochila no acotada: una sola línea cambia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puede usarse múltiples veces. Cambiamos el sentido de la iteración interna.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mochila_no_acotada(pesos, valores, W):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len(pesos)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(W + 1)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Iteración DIRECTA: permite reusar el objeto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 in range(pesos[i], W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dp[w] = max(dp[w], dp[w - pesos[i]] + valores[i])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dp[W]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diferencia con mochila 0/1 está solo en el sentido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 la iteración del bucle interno.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Misma complejidad: O(n·W) tiempo, O(W) espacio.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Mochila aplicada a pruebas de software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tengo un presupuesto de tiempo limitado para correr pruebas de regresión, ¿cuál es el subconjunto de casos que maximiza la cobertura? Es exactamente el problema de la mochila 0/1.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 case prioritization, una rama activa de la ingeniería de pruebas.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de prueba tiene un costo (tiempo de ejecución) y un valor (cobertura, probabilidad de detectar fallos, importancia del módulo). El presupuesto W es el tiempo disponible. Las herramientas modernas de CI usan variantes de mochila para decidir qué pruebas correr en cada commit.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 de regresión bajo presupuesto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directa: priorizar pruebas de regresión cuando el tiempo es limitado.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Cada caso = (tiempo_seg, valor_de_cobertura)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=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("test_login",     30,  85),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("test_payment",   45, 100),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("test_search",    20,  60),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("test_profile",   15,  40),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("test_checkout",  60,  95),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("test_logout",    10,  25),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PRESUPUESTO_SEG = 90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tiempos = [c[1] for c in casos]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[c[2] for c in casos]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valor, idx = mochila_con_objetos(tiempos, valores, PRESUPUESTO_SEG)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print(f"Cobertura óptima: {valor}")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print(f"Casos a correr: {[casos[i][0] for i in idx]}")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comunes en mochila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frecuentes al implementar la solución.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la iteración inversa en mochila 0/1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iteras w de izquierda a derecha en la versión optimizada, terminas resolviendo mochila no acotada sin querer.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Indexar pesos[i] en lugar de pesos[i-1]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tablas con dimensión n+1 obliga a tener cuidado con el desfase entre el índice de la tabla y el índice del objeto.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capacidad real cuando es flotante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requiere W entero. Si las capacidades son reales, se necesita escalar o usar otra técnica.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mochila fraccional con 0/1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9194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fraccional se resuelve con voraz por ratio valor/peso. Aplicar voraz a 0/1 da soluciones subóptimas.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294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la solución sin guardar la tabla completa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6601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optimización a O(W) en espacio impide reconstruir qué objetos se eligieron.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Síntesis de la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es el laboratorio mínimo donde se evidencian las cuatro estrategias de implementación de DP.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optimización a espacio constante en Fibonacci anticipa una técnica recurrente: comprimir la tabla cuando solo importan las últimas filas.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54480" y="36576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mochila 0/1 se resuelve en O(n·W): pseudo-polinomial pero suficiente para muchos casos prácticos.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4526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la solución óptima requiere preservar la tabla completa, no solo el resultado final.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554480" y="5394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la mochila modela tareas reales en testing: priorización de regresión bajo presupuesto.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discutir en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iteración inversa es necesaria en la versión optimizada de mochila 0/1?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 realmente práctico O(n·W)? ¿Qué pasa si W es muy grande?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88720" y="3383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¿Podrías formular la cobertura de pruebas como una variante de mochila acotada?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88720" y="4160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perdemos al usar la versión con espacio O(W) en lugar de O(n·W)?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viene en la próxima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247120" cy="43891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91440" cy="43891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Coeficientes binomiales y subsecuencia común máxima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Trabajaremos con tablas bidimensionales más sofisticadas. Veremos cómo dos secuencias generan un espacio de estados rectangular y cómo el triángulo de Pascal se construye con DP.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recomendada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la definición combinatoria de C(n, k).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el triángulo de Pascal hasta la fila 6.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en un algoritmo ingenuo para encontrar la subcadena más larga compartida entre dos cadenas.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mochila 0/1 vista hoy y validarla con el ejemplo de la tabla.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2743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y Fibonacci · Sesión 17 de 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Universitaria de Colombia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17 - Mochila y Fibonacci</dc:title>
  <dc:subject>PptxGenJS Presentation</dc:subject>
  <dc:creator>Mg. Sergio Alejandro Burbano Mena</dc:creator>
  <cp:lastModifiedBy>Mg. Sergio Alejandro Burbano Mena</cp:lastModifiedBy>
  <cp:revision>1</cp:revision>
  <dcterms:created xsi:type="dcterms:W3CDTF">2026-04-27T18:59:26Z</dcterms:created>
  <dcterms:modified xsi:type="dcterms:W3CDTF">2026-04-27T18:59:26Z</dcterms:modified>
</cp:coreProperties>
</file>