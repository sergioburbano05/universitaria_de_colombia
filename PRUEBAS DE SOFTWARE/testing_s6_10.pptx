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&amp; Smoke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Protegiendo la estabilidad del sistema en cada entrega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regression testing y su rol en el mantenimiento del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estrategia de regresión eficiente para un proyecto ágil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smoke tests como primer filtro en el pipeline CI/CD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casos de regresión usando análisis de riesgo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herramientas de grabación y replay para regresión automatizada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Testing — ¿Qué es y por qué importa?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tests que verifican que los cambios recientes NO rompieron funcionalidad existente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ejecutan?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cada cambio de código (commit)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cada release a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corrección de bugs (para evitar que el bug reaparezca)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sin regresión: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'efecto mariposa': un cambio en módulo A rompe el módulo C inesperadamente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regresión es la historia de los bugs que ya pagamos una vez — no paguemos dos veces"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Estadística: 40-60% de los bugs en producción son regresiones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Estrategias de Regression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Full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TODOS los tests de regresión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cobertura, mínimo riesgo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Costoso en tiempo y recursos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para suites pequeñas (&lt;500 tests)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usarlo: releases mayores, cambios en componentes críticos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Selective Regression (Recomendado)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solo tests relacionados al cambio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Risk-Based: priorizar funciones críticas de negocio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Change-Impact Analysis: tests afectados por el diff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tiempo de ejecución 60-80%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Launchable, Sealights, Diffblue Cover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 Testing — El Primer Filtro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Smoke Test?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rápida (5-15 min) de que el build más básico funciona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electrónica — si al encender el equipo sale humo, hay un problema básico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cubre un Smoke Test?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app arranca sin errores?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página principal carga en menos de 3 segundos?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login funciona con credenciales válidas?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APIs principales responden con HTTP 200?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el pipeline CI/CD: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Build → 2º Smoke Tests → 3º Unit Tests → 4º Integration → 5º E2E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Smoke falla → STOP. No tiene sentido ejecutar el resto.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Priorización de Casos de Regresión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para priorizar (Risk-Based Testing):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uso: flujos que usa el 80% de los usuarios → alta prioridad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negocio: checkout, pagos, login → críticos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bugs: módulos que han fallado antes → mayor riesgo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ciclomática: código más complejo → más probable que falle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priorización: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probabilidad de fallo + Alto impacto → Regresión obligatoria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probabilidad + Bajo impacto → Opcional o manual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Análisis de cambio de código (Git diff)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ejecutar tests relacionados a los archivos modificados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Regresión — Herramientas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grabación y replay (bajo código):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IDE: graba interacciones del navegador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Katalon Studio: grabación + scripting avanzado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Code (alta mantenibilidad):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/ Playwright con POM — el estándar actual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RestAssured — APIs REST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Percy (BrowserStack): compara screenshots pixel a pixel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Applitools Eyes: AI-powered visual comparison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BackstopJS: visual regression open source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CI/CD: GitHub Actions, GitLab CI, Jenkins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automático en cada pull request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Amazon y los Regression Tests del Black Friday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día de ventas del año — cero tolerancia a regresiones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ejecuta 10,000+ tests de regresión automáticamente antes de cada deploy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un 'Freeze Period' de 6 semanas antes del Black Friday: sin deploy sin regresión completa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Implementaron visual regression testing para las páginas de producto y checkout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cada 5 minutos en producción (active monitoring)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desactivar funcionalidades sin deploy si hay regresión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2023: 0 incidentes mayores en Black Friday/Cyber Monday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Pipeline de testing multicapa con regresión automática asegura experiencia sin interrupciones para millones de usuarios simultáneos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diseñarías una suite de smoke tests para una app bancaria? ¿Qué cubriría?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justificable ejecutar regresión completa vs regresión selectiva?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técnicas usarías para reducir el tiempo de la suite de regresión de 8 horas a 1 hora?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manejas la regresión en un sistema con 5 equipos haciendo commits simultáneos?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verificar que cambios no rompieron lo existente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 de bugs en producción son regresiones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Testing: primera verificación rápida del build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Smoke → Unit → Integration → E2E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Priorización: risk-based, change-impact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regression: Percy, Applitools — comparación pixel a pixel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Validando que el software cumple las necesidades del negocio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acceptance testing de otros tipos de pruebas funcionales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criterios de aceptación con formato BDD (Gherkin)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ejecutar UAT (User Acceptance Testing) con usuarios reales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Alpha, Beta y Canary Testing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acceptance tests con Cucumber o Behave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Acceptance Testing?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que verifican si el sistema satisface los criterios de aceptación definidos por el negocio/cliente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 ejecuta?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UAT: usuarios finales o representantes del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 automatizados: QA Engineers con BDD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ejecuta?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del sprint (Definition of Done en Scrum)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release a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Test: ¿el sistema hace lo correcto? (perspectiva técnica)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Test: ¿el sistema hace lo que el usuario NECESITA? (perspectiva negocio)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BDD y Gherkin — El Lenguaje de la Aceptación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— Behavior Driven Development: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comportamiento del sistema en lenguaje natural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Compartido entre: Product Owner, QA, Desarrolladores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Gherkin: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Transferencia bancaria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Scenario: Transferencia exitosa con saldo suficiente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Given el usuario 'Ana' tiene un saldo de $1,000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When Ana transfiere $200 a la cuenta de 'Carlos'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Then el saldo de Ana debe ser $800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 Carlos debe recibir una notificación de depósito de $200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Cucumber (Java/JS), Behave (Python), SpecFlow (.NET)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Alpha, Beta y Canary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Alpha / Beta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Testing: pruebas internas antes de lanzar al público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por testers internos o QA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controlado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Testing: pruebas con usuarios reales seleccionados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real antes del lanzamiento masivo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Google Beta, iOS TestFlight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🐤 Canary / Feature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Release: deploy gradual a un % de usuarios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→ 5% → 25% → 100% del tráfico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errores, revertir afecta solo al % de canary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activar/desactivar features sin deploy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LaunchDarkly, Unleash — gestión de flags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A/B testing y rollouts controlados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(DoD) y Criterios de Aceptación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bien escritos (INVEST + BDD):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Independent: no depende de otras historias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Negotiable: acordado entre PO y equipo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Valuable: genera valor al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Estimable: el equipo puede estimarla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completable en un sprint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se puede escribir un test de aceptación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típica en un equipo maduro: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Criterios de aceptación: todos pasando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Unit tests: cobertura ≥ 80%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Integration tests: pasando en 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UAT: validado por Product Owner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Documentación: actualizada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— User Acceptance Testing en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del UAT: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escenarios de prueba con el Product Owner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usuarios representativos (no power users ni novatos extremos)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ambiente de staging con datos realistas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UAT: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siguen guiones de prueba (test scripts)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testers observan sin intervenir — registran problemas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Capturar: bugs, confusiones de UX, features faltantes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aprobación: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bugs críticos o bloqueantes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criterios de aceptación satisfechos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 usabilidad documentado para sprints futuros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Spotify y el BDD con Squad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200+ squads coordinan acceptance testing globalmente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tiene 200+ squads trabajando en paralelo con su propio modelo organizacional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escribe Gherkin features antes de desarrollar (BDD desde el diseño)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de aceptación son escritos por PO + QA + Dev juntos (Three Amigos)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Cucumber-JVM con integración directa al backlog de Jira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 a 1% → 10% → 100% con monitoreo de métricas en tiempo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con 'Spotify for Artists' — subset de usuarios voluntarios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Coordinación de 200+ squads con acceptance tests compartidos; zero major incidents en lanzamientos globales gracias a canary releases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aseguras que los criterios de aceptación sean realmente 'testables' y no ambiguos?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 un bug encontrado en UAT vs uno encontrado en production? ¿Cuál es más costoso?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involucras a usuarios finales en el UAT cuando el producto es para 50,000 personas?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más conveniente un canary release sobre un despliegue tradicional?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Testing: ¿el software hace lo que el negocio necesita?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+ Gherkin: lenguaje compartido Dev/QA/PO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Cucumber, Behave, SpecFlow: automatización de acceptance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UAT: usuarios reales, datos realistas, criterios claros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Alpha/Beta/Canary: lanzamiento gradual y controlado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DoD: acceptance tests = parte de la definición de Done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Testing &amp; CI/CD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carga, estrés y automatización continua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pruebas de carga, estrés y resistencia con k6 y JMeter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métricas clave: throughput, latencia percentil p95/p99, error rate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performance tests en un pipeline CI/CD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servicios cloud para performance testing a escala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diagnosticar cuellos de botella de rendimiento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Performance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Carga normal esperada: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número de usuarios concurrentes esperado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verificar que el sistema cumple SLAs bajo carga normal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— Más allá del límite: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carga hasta encontrar el punto de quiebre del 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conocer los límites reales y el comportamiento al fallar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Soak/Endurance Testing — Resistencia en el tiempo: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sostenida por horas o días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memory leaks, connection pool exhaustion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Testing — Picos repentinos: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flash sales, eventos virales — tráfico 10× en segundos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Clave de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/ Latencia: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(mediana), p95, p99 — los percentiles altos revelan experiencias malas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típico web: p95 &lt; 500ms, p99 &lt; 1000ms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(Requests per Second) o TPS (Transactions per Second)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solicitudes puede manejar el sistema por segundo?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requests que retornan errores (5xx, timeouts)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aceptable: &lt; 0.1%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Apdex Score: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0-1 que combina velocidad y satisfacción del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Apdex ≥ 0.94 = Excellent | &lt; 0.7 = Unacceptable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k6 — Performance Testing Moderno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k6 sobre JMeter?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en JavaScript (familiaridad para desarrolladores)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integración en CI/CD (Docker, GitHub Actions)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p95/p99, thresholds automáticos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script k6: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http from 'k6/http';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const options = { vus: 100, duration: '30s',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thresholds: { http_req_duration: ['p(95)&lt;500'] } };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function() { http.get('https://api.app.com/users'); 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p(95) supera el threshold → el test FALLA en CI → el deploy se bloquea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alternativas: JMeter (Enterprise), Gatling (Scala/alta carga), Artillery (Node.js)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Testing en CI/CD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integrar performance tests en el pipeline?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commits necesitan performance test completo (lento)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por nivel: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PR: micro-benchmark (30s, 10 VUs) — smoke performance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merge a main: load test completo (10 min, 100 VUs)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Pre-producción semanal: soak test (1h, 500 VUs)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 — automatización de umbrales: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tiempo de respuesta aumenta &gt;20% vs baseline → PR rechazado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Lighthouse CI (frontend performance budget)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Cloud: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Testing, Azure Load Testing, k6 Cloud, BlazeMeter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Twitter y el Colapso del Performance (2022)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Twitter /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de reducir el equipo de QA sin medir las consecuencias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noviembre 2022, Twitter despidió al 80% de su equipo de ingeniería incluyendo QA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performance testing adecuado, el sistema comenzó a degradarse bajo carga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 Bowl LVII (Feb 2023): Twitter se cayó durante los momentos peak del partido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sin soak tests, los memory leaks en los servicios de timeline se acumulaban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Ironicamente, el tráfico del Super Bowl era predecible y testeable con JMeter/k6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performance testing no es un lujo — es infraestructura de confiabilidad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Las caídas de Twitter en 2022-2023 demostraron el costo real de eliminar testing de rendimiento en sistemas de alta escala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métricas de performance considerarías críticas para un sistema bancario de transferencias?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determinas cuáles son los SLAs (Service Level Agreements) adecuados para tu sistema?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el percentil p95 y la media (average) y por qué el p95 es más importante?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priorizas las pruebas de performance cuando el equipo tiene poco tiempo antes del release?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Soak, Spike: 4 tipos de performance testing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p95/p99, throughput (RPS), error rate, Apdex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k6: moderno, JS, CI/CD friendly con thresholds automáticos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Budgets: bloquear deploys que degradan el rendimiento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en CI: smoke (por PR) → load (por merge) → soak (semanal)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AWS/Azure Load Testing, k6 Cloud para escala masiva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Integration &amp; Automatización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testing en la nube: GitHub Actions, Jenkins, CircleCI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Aprendizaje — Sesión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pipeline CI/CD completo con etapas de testing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GitHub Actions para automatización de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entornos de test en la nube (Docker, Kubernetes)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estrategias de paralelización para reducir tiempos de 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métricas de CI: tiempo de build, tasa de fallo, MTTR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CI/CD y por qué el testing es central?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código de todos los desarrolladores múltiples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integración dispara: build → tests → análisis estático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siempre está en estado deployable (después de pasar tests)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que pasa los tests va automáticamente a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es el guardián del pipeline: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 sólidos, CI/CD es solo un deployment automático de bugs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tienes tests, CI/CD = Continuous Delivery of Bugs"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Pipeline CI/CD de Calidad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Source: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Pull Request → trigger del pipeline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Build: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Compilar, instalar dependencias, lint, análisis estático (SonarQube)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Test: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→ Integration Tests → Smoke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Quality Gate: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≥ 80%, 0 vulnerabilidades críticas, performance budget OK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Deploy to Staging: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al entorno de staging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E2E + Acceptance Tests: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sobre el entorno real de staging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— Deploy to Production (manual gate o automático)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— El Estándar Actual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GitHub Actions: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nativamente en GitHub — sin instalación externa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declarativo — fácil de versionar junto al código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con 15,000+ acciones pre-construidas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Runners: Ubuntu, macOS, Windows — o self-hosted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básico (.github/workflows/test.yml):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[push, pull_request]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test: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runs-on: ubuntu-latest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uses: actions/checkout@v4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run: npm install &amp;&amp; npm test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Jenkins (potente, on-premise), CircleCI (velocidad), GitLab CI (integrado)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Paralelización y Optimización del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suites de tests que tardan 60+ minutos en 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1 — Paralelización por tipos de test: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integration tests y E2E corren en JOBS PARALELOS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60 min secuencial → 20 min en paralelo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2 — Test Sharding: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la suite E2E en N grupos que corren simultáneamente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y Playwright soportan sharding nativo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3 — Caché de dependencias: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node_modules / .m2 / pip — ahorra 3-5 min por build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4 — Selective Testing (Change-Based):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solo los tests afectados por el diff del PR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nx affected, Bazel, Turborepo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Salud del Pipeline CI/CD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— el estándar de la industria: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Frequency: ¿con qué frecuencia deployamos?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Changes: tiempo desde commit hasta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Rate: % de deploys que causan incidentes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 (MTTR): tiempo promedio de recuperación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Elite (Google DORA Report 2023):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múltiples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&lt; 1 hora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 &lt; 5%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&lt; 1 hora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Quality Gates: cobertura, deuda técnica, duplicación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Real: Etsy — De 2 Deploys/Año a 50/Día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Etsy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CI/CD más citada en la industria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2009, Etsy desplegaba 2 veces por año con días de estrés y rollbacks manuales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Adoptaron Continuous Deployment con testing automatizado en todos los niveles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Implementaron 'feature flags' para activar/desactivar cambios sin redeploy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Construyeron Deployinator — su herramienta interna de deployment seguro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2011: 50+ deploys por día sin incidentes mayores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éxito: cultura de testing + automatización total del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De 2 deploys/año con meses de miedo a 50+ deploys/día con confianza total — demostrado que CI/CD bien implementado transforma la cultura de ingeniería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3 bottlenecks más comunes en un pipeline CI/CD y cómo los resolverías?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implementarías un quality gate que equilibre velocidad de deploy con calidad del código?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791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DORA metric mejorarías primero en un equipo con deploying bisemanal y MTTR de 4 horas?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riesgos del Continuous Deployment (deploy automático) sin intervención humana?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de la Sesión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testing es el guardián del pipeline automatizado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Source→Build→Test→Quality Gate→Staging→E2E→Prod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estándar moderno, YAML, 15,000+ acciones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134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Paralelización: sharding, jobs paralelos — reducir CI a &lt;20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frecuencia, lead time, failure rate, MTTR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47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Etsy: 2 deploys/año → 50/día con cultura de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 Parcial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— Sesiones 1 a 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Software • 7.º Semestre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General — Sesiones 1 a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1-2: Fundamentos y Unit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Automatizado, Pirámide de Testing, AAA, FIRST, Mocks/Stubs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3-4: Integration Tests y TDD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TestContainers, Contract Testing, Red-Green-Refactor, Diseño Emergente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5: Functional / E2E Tests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vs Playwright, Page Object Model, Gestión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6-7: Regression, Smoke, Acceptance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risk-based, Smoke Testing, BDD Gherkin, UAT, Canary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8-9: Performance y CI/CD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Load/Stress/Soak Testing, k6, SLAs, GitHub Actions, DORA Metrics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1 — Sección A: Conceptos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fundamental entre un Mock y un Stub? Da un ejemplo de uso para cada uno.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ciclo Red-Green-Refactor del TDD y explica por qué el orden importa.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tiene 500 tests E2E que tardan 4 horas en CI. ¿Qué estrategias aplicarías para reducir ese tiempo?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Contract Testing y por qué es crítico en arquitecturas de microservicios?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1 — Sección B: Análisis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el siguiente escenario BDD, identifica qué tipo de test implementarías: 'El usuario con cuenta premium puede descargar reportes ilimitados. El usuario básico solo puede descargar 3 reportes al mes.'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posición de la pirámide de testing colocarías un test que verifica login → búsqueda → compra → confirmación? Justifica.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bancario tiene p95 de latencia de 2,300ms y error rate de 0.8%. ¿Es aceptable? ¿Qué harías?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DORA metrics son los más relevantes para medir la salud del proceso de CI/CD? Explica dos.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EVALUACIÓN — Parcial 1 — Sección C: Caso Aplicado (20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Eres el QA Lead de un e-commerce que va a lanzar su primera campaña de Black Friday. Tienes 3 semanas. Diseña una estrategia de testing completa (tipos de prueba, herramientas, pipeline CI/CD) justificando cada decisión. (20 pts)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— Parcial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 — Conceptos (40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× 10 pts | Definición precisa + ejemplo correcto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B — Análisis (40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× 10 pts | Justificación técnica fundamentada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C — Caso Aplicado (20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 de la estrategia (8 pts) + Coherencia técnica (8 pts) + Justificación (4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90 minutos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permitidos: ninguno (closed book)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aprobatoria: 60/100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• Testing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de Software — Sesiones 6 a 10</dc:title>
  <dc:subject>PptxGenJS Presentation</dc:subject>
  <dc:creator>PptxGenJS</dc:creator>
  <cp:lastModifiedBy>PptxGenJS</cp:lastModifiedBy>
  <cp:revision>1</cp:revision>
  <dcterms:created xsi:type="dcterms:W3CDTF">2026-04-04T19:06:38Z</dcterms:created>
  <dcterms:modified xsi:type="dcterms:W3CDTF">2026-04-04T19:06:38Z</dcterms:modified>
</cp:coreProperties>
</file>