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 ·  PRUEBAS DE SOFTWARE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 Dinámica: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Fundamentos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estados y algoritmos de solución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743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Ingeniería de Software · VII Semestre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programación dinámica?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 desde el testing y la optimización.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clave: etapas y estados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formal del paradigma.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4630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optimalidad de Bellman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intuición que sostiene toda la teoría.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4630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solución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(memoización) vs Bottom-up (tabulación).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14630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guía: contar caminos en grilla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inmediata de los conceptos.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de aprendizaje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 el estudiante será capaz de: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problemas susceptibles de DP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subestructura óptima y subproblemas traslapados como condiciones necesarias.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problemas en términos de etapas y estados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variables de estado, transiciones y función objetivo de manera formal.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las dos estrategias de solución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cuándo conviene memoización y cuándo tabulación.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complejidad temporal y espacial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costo a partir del número de estados × costo por transición.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DP en pruebas de software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su uso en cobertura, generación de casos y análisis de mutaciones.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programación dinámica?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oculto de recalcular lo mismo una y otra vez.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 la fuerza bruta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problemas de optimización admiten una solución recursiva natural.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esa recursión, sin precauciones, recalcula los mismos subproblemas una y otra vez.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es exponencial: lo que se podía resolver en milisegundos termina tomando horas.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1247120" cy="29260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91840"/>
            <a:ext cx="182880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 INGENUO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 - 1) + fib(n - 2)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fib(40) ≈ 1.6 segundos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fib(50) ≈ minutos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fib(60) ≈ horas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árbol de llamadas es exponencial: O(2^n)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Subproblemas traslapados: el árbol de fib(5)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llamada se repite varias veces. Cuanto más grande es n, peor se vuelve.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560320"/>
            <a:ext cx="-219456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560320"/>
            <a:ext cx="219456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3383280"/>
            <a:ext cx="-137160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3383280"/>
            <a:ext cx="137160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3383280"/>
            <a:ext cx="-100584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3383280"/>
            <a:ext cx="109728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4206240"/>
            <a:ext cx="-91440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4206240"/>
            <a:ext cx="91440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4206240"/>
            <a:ext cx="-73152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4206240"/>
            <a:ext cx="73152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4206240"/>
            <a:ext cx="-64008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4206240"/>
            <a:ext cx="731520" cy="822960"/>
          </a:xfrm>
          <a:prstGeom prst="line">
            <a:avLst/>
          </a:prstGeom>
          <a:noFill/>
          <a:ln w="12700">
            <a:solidFill>
              <a:srgbClr val="5C6B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286000"/>
            <a:ext cx="7315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3108960"/>
            <a:ext cx="7315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7315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3931920"/>
            <a:ext cx="7315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3931920"/>
            <a:ext cx="7315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fib(2)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3931920"/>
            <a:ext cx="7315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fib(2)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0" y="3931920"/>
            <a:ext cx="7315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1600" y="4754880"/>
            <a:ext cx="7315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4754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fib(2)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0" y="4754880"/>
            <a:ext cx="7315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4754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fib(1)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4754880"/>
            <a:ext cx="7315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4754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fib(1)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60720" y="4754880"/>
            <a:ext cx="7315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4754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fib(0)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4754880"/>
            <a:ext cx="7315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754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fib(1)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72400" y="4754880"/>
            <a:ext cx="7315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4754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fib(0)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fib(2) se calcula 3 veces · fib(1) se calcula 5 veces · fib(0) se calcula 3 veces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guardáramos cada resultado, cada llamada se haría una sola vez.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la programación dinámica?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técnica de diseño de algoritmos que resuelve un problema combinando soluciones a subproblemas, almacenando esos resultados para no recalcularlos.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Bellman, 1953 · adaptado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no significa programación en el sentido moderno. Bellman acuñó el término para referirse al cálculo planificado de decisiones secuenciales. Hoy lo entendemos como el matrimonio entre recursión, memoria y orden de evaluación.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¿Cuándo se aplica programación dinámica?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óptima: la solución óptima del problema contiene la solución óptima de sus subproblemas.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traslapados: el árbol de recursión repite los mismos subproblemas múltiples veces.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secuenciales: el problema se puede descomponer en una serie de decisiones encadenadas.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 finito: existe un número manejable de configuraciones distintas a evaluar.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1691640"/>
            <a:ext cx="4846320" cy="4572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691640"/>
            <a:ext cx="73152" cy="4572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18288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 alguna condición...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8040" y="2331720"/>
            <a:ext cx="4526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subestructura óptima → usa backtracking o búsqueda exhaustiva.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subproblemas no se traslapan → divide y vencerás suele ser suficiente.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decisiones son independientes → algoritmo voraz puede ser válido.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es la herramienta cuando ambas condiciones aparecen juntas.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Etapas y estados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formal de la programación dinámica.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Etapas: la dimensión temporal del problema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etapa representa un punto de decisión en la secuencia de resolución.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es un momento en el que se debe tomar una decisión que afecta al resto del problema.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Habitualmente se enumeran como k = 1, 2, ..., N donde N es la última decisión.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parcial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ocurre en etapas posteriores depende solo del estado actual, no del camino que llevó hasta él.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mochila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equivale a evaluar si se incluye un objeto específico en la mochila.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Fibonacci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equivale a calcular F(k) habiendo calculado ya F(k-1) y F(k-2).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Estados: la fotografía instantánea del problema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estado captura toda la información necesaria para tomar la decisión en una etapa.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formal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variables que describen completamente la situación del problema en una etapa dada.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de Markov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debe contener toda la información relevante: el futuro depende únicamente del estado actual.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S de todas las configuraciones posibles. Su cardinalidad determina la complejidad de DP.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mochila 0/1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(i, w): el objeto bajo evaluación y la capacidad restante de la mochila.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subsecuencia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(i, j): los índices actuales en cada una de las dos secuencias comparadas.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Función de transición y ecuación de recurrencia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f(s) = óptimo {  costo(d, s) + f(s')  :  d ∈ D(s) }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s es el estado actual, D(s) las decisiones posibles y s' el estado al que se llega aplicando la decisión 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terminales con valor conocido directamente. Sin él la recurrencia es infinita.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recursivo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el costo de la decisión actual con el óptimo del subproblema resultante.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inválidos retornan +∞ o -∞ según se busque mínimo o máximo.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Principio de optimalidad de Bellman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47120" cy="21945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política óptima tiene la propiedad de que, cualquiera sea el estado inicial y la decisión inicial, las decisiones restantes deben constituir una política óptima respecto del estado resultante de la primera decisión.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Richard Bellman, Dynamic Programming, 1957 (adaptado)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al lenguaje de algoritmos: si recortamos una solución óptima por cualquier punto, los dos pedazos también deben ser óptimos. Sin esta propiedad, no podemos construir la solución global a partir de soluciones parciales, y la programación dinámica no aplica.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Algoritmos de solución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o bottom-up: dos caminos que llegan al mismo lugar.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top-down: memoización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recursiva con caché. Pensamos el problema desde el resultado hacia las dependencias.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fib_memo(n, memo=None):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memo is None: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 = {}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in memo: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memo[n]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memo[n] = fib_memo(n - 1, memo) + fib_memo(n - 2, memo)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memo[n]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fib_memo(50)  → instantáneo, O(n) tiempo y O(n) espacio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fib_memo(100) → instantáneo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bottom-up: tabulación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la tabla de soluciones desde los casos base hacia el resultado final.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fib_tab(n):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dp[1]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range(2, n + 1):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 = dp[i - 1] + dp[i - 2]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Ventaja: sin recursión, sin riesgo de stack overflow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 orden de llenado es explícito y controlable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Top-down vs Bottom-up: ¿cuál elegir?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55778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557784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(Memoización)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cercano a la formulación matemática del problema.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calcula los subproblemas que realmente se necesitan.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stack overflow si la recursión es muy profunda.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 por las llamadas recursivas y la tabla hash.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57784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(Tabulación)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Iterativo: sin recursión y sin riesgo de stack overflow.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todos los subproblemas, incluso los no necesarios.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permitir optimizar el espacio descartando estados antiguos.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rendimiento real por mejor localidad de caché.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 práctica: los 5 pasos para aplicar DP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metodología sistemática para enfrentar problemas nuevos.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las decisiones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hay que decidir en cada paso? Esto define las etapas del problema.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estado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mínima necesito para tomar una decisión sin mirar el pasado?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la recurrencia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 la solución de un estado con las soluciones de estados más simples?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los casos base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estados triviales con respuesta inmediata?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el orden de cómputo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¿Memoización (top-down) o tabulación (bottom-up)? ¿Puedo optimizar el espacio?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complejidad en DP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82880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|Estados|  ×  Costo por transición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temporal de un algoritmo DP correcto se obtiene multiplicando el número de estados por el trabajo realizado en cada uno.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estados × O(1) por estado = O(n) tiempo.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Mochila 0/1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n×W estados × O(1) por estado = O(nW) tiempo.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434840"/>
            <a:ext cx="3566160" cy="178308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Subsecuencia (LCS)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49377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n×m estados × O(1) por estado = O(nm) tiempo.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0" y="2103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Ejemplo guía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caminos en una grilla: del problema al código.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 los caminos en grilla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grilla m×n, contar cuántos caminos distintos hay desde (0,0) hasta (m-1, n-1) si solo se puede mover hacia la derecha o hacia abajo.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256032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11680" y="256032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56032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10896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63040" y="310896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310896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0" y="310896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63040" y="365760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630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11680" y="365760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60320" y="365760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463040" y="420624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630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011680" y="4206240"/>
            <a:ext cx="54864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560320" y="4206240"/>
            <a:ext cx="548640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6032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0" y="2468880"/>
            <a:ext cx="7223760" cy="36576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con la receta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754880" y="310896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visitada en el recorrido.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(i, j) — coordenadas de la celda.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venir desde arriba o desde la izquierda.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f(i,j) = f(i-1,j) + f(i,j-1)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f(0,j) = f(i,0) = 1.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O(m·n) tiempo, O(m·n) espacio.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Solución completa: caminos en grilla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bottom-up con tabla bidimensional.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contar_caminos(m,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Tabla de m filas × n columnas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 * n for _ in range(m)]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Casos base: primera fila y primera columna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dp[0][j]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Recurrencia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dp[i-1][j] + dp[i][j-1]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dp[m-1][n-1]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contar_caminos(4, 4) → 20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 de espacio: una sola fila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necesitamos la fila anterior para calcular la actual. De O(m·n) bajamos a O(n).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471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881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contar_caminos_opt(m,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[1] *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dp[j] = dp[j] + dp[j - 1]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        ↑arriba    ↑izquierda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dp[-1]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Mismo resultado, espacio O(n) en lugar de O(m·n)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Truco común en DP: comprimir la tabla cuando solo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necesitamos la última fila/columna calculada.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 dinámica en pruebas de software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mínima de casos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el conjunto más pequeño de casos que cubra todas las ramas de un programa: variante del problema de cobertura.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73736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mutaciones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qué pruebas matan qué mutantes con costo mínimo: problema de asignación resuelto con DP.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y comparación de salidas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de Myers para diff usa programación dinámica para comparar salidas esperadas vs reales.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114800"/>
            <a:ext cx="5806440" cy="219456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 regresión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37960" y="48006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casos de regresión bajo presupuesto de tiempo: problema de mochila aplicado al testing.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comunes al diseñar soluciones DP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 con la receta clara, hay trampas frecuentes.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mal definido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incluir alguna variable necesaria. Síntoma: la recurrencia depende del 'pasado' además del estado actual.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307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 ausente o incorrecto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 infinita o resultados desplazados por uno. Validar siempre con n = 0 y n = 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cómputo inválido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7880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tabulación, intentar leer dp[i][j] antes de haberlo escrito. Trazar dependencias en papel antes de codificar.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índices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9194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clásico off-by-one. Usar nombres descriptivos y comentar el significado de cada índice.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00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0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529437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con argumentos mutables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566013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listas como clave de la caché provoca errores silenciosos. Convertir a tuplas.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impacto de aplicar DP correctamente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2ⁿ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BRUTA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exponencial: para n = 50 ya son 10¹⁵ operaciones.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22860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n²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20624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TÍPICO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4297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Polinomial: para n = 50, son apenas 2.500 operaciones.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22860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10¹²×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4297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entre milisegundos y siglos para entradas medianas.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ilustrativa para problemas con n = 50: el orden de magnitud del ahorro depende del problema concreto.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 rápido de la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que combina recursión, almacenamiento de subproblemas y orden de evaluación.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737360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1031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decisión dentro de la secuencia de resolución del problema.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16352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6207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1821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variables que describe completamente la situación en una etapa.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816352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2816352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86207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1821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Propiedad: la solución óptima contiene soluciones óptimas de sus subproblemas.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95344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4106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traslapados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26110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árbol recursivo repite los mismos subproblemas múltiples veces.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895344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895344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94106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426110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Recursión con caché. Estrategia top-down de resolución.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74336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974336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02005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534009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 iterativo de una tabla. Estrategia bottom-up de resolución.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974336"/>
            <a:ext cx="562356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4974336"/>
            <a:ext cx="54864" cy="9144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502005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534009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que relaciona el valor de un estado con valores de estados más simples.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Síntesis de la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programación dinámica es la técnica para problemas con subestructura óptima y subproblemas traslapados.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Etapas, estados y transiciones son el vocabulario formal que permite modelar cualquier problema DP.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3657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optimalidad de Bellman es la justificación teórica del paradigma.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(memoización) y bottom-up (tabulación) son las dos formas de implementar la misma recurrencia.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554480" y="5394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temporal es siempre el producto del número de estados por el costo de transición.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discutir en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decidirías si un problema concreto admite o no una solución por programación dinámica?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casos preferirías memoización sobre tabulación, o viceversa?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tipos de pruebas de software podrían beneficiarse directamente de DP?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88720" y="4160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receta de los cinco pasos suele fallar en el segundo paso (definir el estado)?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viene en la próxima sesión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1247120" cy="43891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91440" cy="43891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de la mochila y los números de Fibonacci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Aplicaremos los conceptos vistos hoy a dos problemas clásicos. Implementaremos paso a paso ambas estrategias y discutiremos optimizaciones de espacio.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recomendada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52628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la definición de los números de Fibonacci en su forma matemática.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Fibonacci recursivo en Python y medir su tiempo para n = 35.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enunciado clásico del problema de la mochila 0/1.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dudas concretas sobre los cinco pasos vistos hoy.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2743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dinámica · Sesión 16 de 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Universitaria de Colombia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· VII Semestre · Universitaria de Colombia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16 - Programación Dinámica: Fundamentos</dc:title>
  <dc:subject>PptxGenJS Presentation</dc:subject>
  <dc:creator>Mg. Sergio Alejandro Burbano Mena</dc:creator>
  <cp:lastModifiedBy>Mg. Sergio Alejandro Burbano Mena</cp:lastModifiedBy>
  <cp:revision>1</cp:revision>
  <dcterms:created xsi:type="dcterms:W3CDTF">2026-04-27T18:55:18Z</dcterms:created>
  <dcterms:modified xsi:type="dcterms:W3CDTF">2026-04-27T18:55:18Z</dcterms:modified>
</cp:coreProperties>
</file>