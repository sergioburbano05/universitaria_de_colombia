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Programación Dinámica — Mochila y Binomios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0/1 Knapsack y Coeficientes Binomiales con PD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y resolver el Problema de la Mochila 0/1 con PD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llenar correctamente la tabla DP 2D de la Mochila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coeficientes binomiales C(n,k) con PD (Triángulo de Pascal)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complejidad O(nW) y O(nk) de ambas soluciones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tests unitarios para verificar las soluciones PD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de la Mochila 0/1 — Formulación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items, cada uno con peso w_i y valor v_i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con capacidad máxima 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máximo valor que podemos llevar? (cada item: tomarlo o no — 0 o 1)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portafolio de inversión con presupuesto limitado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módulos a testear con tiempo de CI limitado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recursos en proyectos de software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PD y no fuerza bruta?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bruta: O(2^N) — inmanejable para N=50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PD: O(N × W) — polinomial, manejable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 dp[i][w] = max(dp[i-1][w], dp[i-1][w-wi] + vi)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Implementación: Mochila 0/1 con PD (Python)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303520" cy="41605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mochila(pesos, valores, W):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len(pesos)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Tabla DP: (n+1) x (W+1)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 = [[0]*(W+1) for _ in range(n+1)]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in range(1, n+1):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 in range(W+1):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No tomar item i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dp[i][w] = dp[i-1][w]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Tomar item i (si cabe)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pesos[i-1] &lt;= w: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tomar = dp[i-1][w-pesos[i-1]] + valores[i-1]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dp[i][w] = max(dp[i][w], tomar)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dp[n][W]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Test: items [(2,6),(3,10),(4,12)], W=5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Resultado esperado: 16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0" y="777240"/>
            <a:ext cx="3108960" cy="41605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841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23444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dp[i][w] = máx valor con primeros i items y capacidad 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Transición: elegir máximo entre NO tomar o TOMAR item 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dp[0][*] = 0 (sin items)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O(N×W) | S: O(N×W)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Optimización: reducir a O(W) con una sola fila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DP — Mochila: items [(2,6),(3,10),(4,12)], W=6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3192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\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(sin items)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(p=2, v=6)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(p=3, v=10)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(p=4, v=12)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Coeficientes Binomiales C(n,k) — Triángulo de Pascal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C(n,k) = número de formas de elegir k de n elementos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de Pascal: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C(n,k) = C(n-1,k-1) + C(n-1,k)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C(n,0) = C(n,n) = 1  (casos base)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PD Bottom-Up: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= dp[i-1][j-1] + dp[i-1][j]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el triángulo fila por fila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O(n×k) | S: O(n×k) optimizable a O(k)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Probabilidad: distribución binomial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 en testing: número de combinaciones de N casos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álgebra lineal y criptografía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C(5,2)=10, C(10,3)=120, C(0,0)=1, C(5,0)=1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Selección Óptima de Tests con Mochila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 QA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módulos, 8 horas de CI disponibles — maximizar cobertura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A: 2h, cobertura 85% | Módulo B: 3h, cobertura 90%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C: 1h, cobertura 70% | Módulo D: 4h, cobertura 95%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E: 2h, cobertura 80% | Módulo F: 3h, cobertura 75%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Formulación: items = módulos, pesos = horas, valores = % cobertura, W = 8h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 6×9 resolvería el problema en O(6×9) = 54 operaciones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óptima: A + B + C + E = 8h, cobertura ponderada = 81.25%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La formulación como Mochila 0/1 permite optimizar matemáticamente la selección de qué testear con recursos limitados — una habilidad real de QA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recurrencia de la Mochila necesita dp[i-1] y no dp[i] para el subproblema anterior?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reconstruirías qué items específicos se seleccionaron (no solo el valor máximo)?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la Mochila 0/1 NO es el modelo correcto para un problema de asignación de recursos?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verificarías con tests unitarios que tu implementación de la Mochila es correcta?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0/1: max valor con items discretos y capacidad fija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 dp[i][w] = max(no tomar, tomar si cabe)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O(N×W) tiempo y espacio — polinomial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Triángulo de Pascal: C(n,k) = C(n-1,k-1) + C(n-1,k)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real: optimizar selección de tests con CI limitado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verificación: casos base, casos conocidos, edge cases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Fibonacci Avanzado y LCS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espacial y Longest Common Subsequence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Fibonacci PD de O(N) espacio a O(1)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y resolver el problema LCS (Longest Common Subsequence)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la subsecuencia a partir de la tabla DP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LCS con aplicaciones de diff, bioinformática y testing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test suites completas para LCS con casos edge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Fibonacci — Optimización de Espacio O(1)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clave: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fib(n), solo necesitamos fib(n-1) y fib(n-2)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necesitamos guardar toda la tabla dp[] en memoria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a O(1) espacio: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prev2 = 0  # fib(0)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prev1 = 1  # fib(1)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in range(2, n+1):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curr = prev1 + prev2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prev2 = prev1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prev1 = curr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prev1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O(N) | S: O(1) — solo 2 variables adicionales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general: si la transición solo usa k estados anteriores → O(k) espacio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LCS — Longest Common Subsequence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subsecuencia más larga que aparece en el mismo orden en dos cadenas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de substring: la LCS no necesita ser contigua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"ABCBDAB" | Y = "BDCAB"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= 'BCAB' o 'BDAB' (longitud 4)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X[i] == Y[j]: dp[i][j] = dp[i-1][j-1] + 1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X[i] != Y[j]: dp[i][j] = max(dp[i-1][j], dp[i][j-1])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O(m×n) tiempo y espacio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— comparar versiones de archivos (líneas como elementos)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 — alineación de secuencias de ADN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plagio — similitud entre documentos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Implementación LCS (Python) + Reconstrucción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303520" cy="41605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lcs(X, Y):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m, n = len(X), len(Y)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 = [[0]*(n+1) for _ in range(m+1)]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in range(1, m+1):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n+1):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X[i-1] == Y[j-1]: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dp[i][j] = dp[i-1][j-1] + 1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dp[i][j] = max(dp[i-1][j], dp[i][j-1])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dp[m][n]  # longitud LCS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Reconstruir la subsecuencia: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Backtrack desde dp[m][n] hasta dp[0][0]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X[i-1]==Y[j-1]: incluir caracter, i--, j--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no: moverse a la celda de mayor valor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0" y="777240"/>
            <a:ext cx="3108960" cy="41605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841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23444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= longitud LCS de X[0..i] y Y[0..j]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dp[0][*] = dp[*][0] = 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O(m×n) | S: O(m×n)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S: O(n) con 2 filas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Backtracking: O(m+n) para reconstruir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LCS Aplicado: Git Diff y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usa LCS para comparar archivos: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del archivo = elemento de la secuencia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LCS(versión_anterior, versión_nueva) = líneas sin cambios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NO en la LCS = líneas modificadas (+ verde / - rojo)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Testing — Detección de regresiones de código: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snapshots de DOM en visual regression testing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 logs de tests entre versiones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Bioinformática — Relevante para Testing de BD médicas: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Alinear secuencias de ADN: X='AGGTAB' Y='GXTXAYB' → LCS=4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escribir para LCS: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lcs("","ABC") = 0 y lcs("ABC","") = 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idénticas: lcs("ABC","ABC") = 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caracteres comunes: lcs("ABC","DEF") = 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general: lcs("ABCBDAB","BDCAB") =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GitHub y el Algoritmo diff con LCS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/ Git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Git calcula diferencias entre versiones de código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usa el algoritmo Myers diff (basado en LCS) para calcular diferencias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'hunk' en un git diff es una región NO en la LCS de los dos archivos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archivos de 10,000 líneas: O(10k × 10k) = 100M operaciones — optimizaciones necesarias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implementa LCS con optimizaciones: divide &amp; conquer + Myers O(ND) algorithm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usa LCS implícitamente para mostrar 'changed files' en PRs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regresión visual (Storybook, Percy) también usa LCS sobre árboles de componentes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LCS es la base del 'git diff' que usa cada desarrollador diariamente; entender PD detrás de estas herramientas es fundamental para construir herramientas de desarrollo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optimización de espacio de Fibonacci no siempre aplica a otros problemas PD?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usarías LCS para detectar similitud entre dos suites de tests (test plagiarism)?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Git usa LCS internamente, ¿qué implica esto para el performance de 'git diff' en repos muy grandes?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tests necesitarías para cubrir completamente los casos de LCS? Lista los casos mínimos.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O(1) espacio: solo 2 variables, aplicar cuando transición usa k estados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LCS: subsecuencia más larga en el mismo orden en dos cadenas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LCS: comparar char por char, tomar el máximo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O(m×n) | S: optimizable a O(n)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 Git diff, bioinformática, detección de plagio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LCS: vacias, idénticas, sin común, caso general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Camino Mínimo y Asignación de Recursos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Path y Resource Allocation con Programación Dinámica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el problema Minimum Cost Path en una matriz con PD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el problema de asignación de recursos como PD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ambos algoritmos a casos reales de ingeniería de software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comparar las recurrencias de estos problemas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tests unitarios exhaustivos para ambos algoritmos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Camino de Costo Mínimo — Formulación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una matriz de costos m×n, encontrar el camino desde (0,0) hasta (m-1,n-1)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puede mover: derecha (→), abajo (↓), o diagonal (↘)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la suma de costos a lo largo del camino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dp[0][0] = costo[0][0]  (caso base)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dp[i][0] = dp[i-1][0] + costo[i][0]  (primera columna)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dp[0][j] = dp[0][j-1] + costo[0][j]  (primera fila)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= costo[i][j] + min(dp[i-1][j], dp[i][j-1], dp[i-1][j-1])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O(m×n) tiempo y espacio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 routing de redes, planificación de rutas, scheduling de CI/CD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DP — Camino Mínimo (matriz de costo 4×4)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3192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/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Asignación de Recursos con PD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proyectos y R unidades de recursos (personas, dinero, tiempo)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asignación r_i recursos al proyecto i genera ganancia f_i(r_i)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la ganancia total distribuyendo exactamente R recursos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dp[j][r] = max ganancia asignando r recursos a los primeros j proyectos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dp[j][r] = max over x in [0,r] of { dp[j-1][r-x] + f_j(x) }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O(N × R²) — cúbica si R es grande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aplicado (Ingeniería de Software):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 a desarrollar con 6 developers disponibles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tiene función de productividad según cuántos devs se asignen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asignar los 6 devs para maximizar features terminadas?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Camino Mínimo — Implementación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303520" cy="41605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min_cost_path(grid):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m, n = len(grid), len(grid[0])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 = [[0]*n for _ in range(m)]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dp[0][0] = grid[0][0]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Primera fila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in range(1, n):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dp[0][j] = dp[0][j-1] + grid[0][j]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Primera columna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in range(1, m):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dp[i][0] = dp[i-1][0] + grid[i][0]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Resto de la matriz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in range(1, m):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n):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dp[i][j] = grid[i][j] + min(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dp[i-1][j],   # desde arriba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dp[i][j-1],   # desde izquierda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dp[i-1][j-1]  # desde diagonal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dp[m-1][n-1]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0" y="777240"/>
            <a:ext cx="3108960" cy="41605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841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23444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dp[i][j] = costo mínimo para llegar a (i,j)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base: primera fila y columna son acumulativos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Transición: mínimo de 3 vecinos + costo actual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O(m×n) | S: O(m×n)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camino: backtrack desde (m-1,n-1)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Google Maps y el Camino de Costo Mínimo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óptimo en grafos de millones de nodos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usa variantes de Dijkstra + A* basados en el principio del camino mínimo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'costo' en Maps incluye: tiempo, distancia, semáforos, peajes, tráfico en tiempo real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al MCP: cada intersección es una celda, el costo es dinámico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CI/CD: el 'camino mínimo' entre estaciones del pipeline optimiza el tiempo de feedback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directa: encontrar la secuencia de despliegues que minimiza el tiempo de entrega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PD del camino mínimo está en la base de sistemas de routing de todo tipo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El principio del camino mínimo con PD (subestructura óptima) es la base matemática de Google Maps, sistemas de logística, y routing en redes de CI/CD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modificarías el Camino Mínimo para permitir también movimientos hacia arriba (sin loops)?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el MCP con PD y el algoritmo de Dijkstra para grafos generales?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el siguiente problema como asignación de recursos PD: 4 sprints, 8 historias, maximizar valor entregado.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aplicarías el camino mínimo para optimizar el orden de ejecución de stages en un pipeline CI/CD?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suma mínima desde (0,0) hasta (m-1,n-1) moviéndose →↓↘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 dp[i][j] = costo[i][j] + min(arriba, izq, diagonal)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O(m×n) tiempo y espacio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recursos: PD de 2 dimensiones O(N×R²)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 routing (Maps), pipeline CI/CD, planificación de sprints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casos base, matriz 1×1, matrices rectangulares, caminos múltiples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Integral — Programación Dinámica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algoritmos PD: patrones, testing y comparativa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algoritmo PD aplica a un problema dado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las recurrencias y complejidades de todos los algoritmos vistos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test suites completas para cada algoritmo PD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PD a problemas nuevos usando los patrones aprendidos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Prepararse integralmente para el examen final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Algoritmos PD — Comparativa Completa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3192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dp[n]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dp[n-1]+dp[n-2]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Mochila 0/1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dp[i][w]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max(skip, take)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Coef. Binomial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dp[i][j]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dp[i-1][j-1]+dp[i-1][j]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dp[i][j]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match/max neighbors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Cost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dp[i][j]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costo+min(3 vecinos)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Asig. Recursos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dp[j][r]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sobre asignaciones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O(N×R²)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Patrones Universales de PD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1 — Secuencias lineales (1D):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Climbing Stairs, House Robber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dp[i] = solución para los primeros i elementos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2 — Dos secuencias (2D):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LCS, Edit Distance, Coeficientes Binomiales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dp[i][j] = solución para X[0..i] y Y[0..j]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3 — Selección con restricción (Mochila):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0/1, Coin Change, Partition Equal Subset Sum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dp[i][w] = solución con i items y capacidad 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4 — Grid/Matriz (2D):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Cost Path, Unique Paths, Triangle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dp[i][j] = solución óptima para llegar a la celda (i,j)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 universal: identificar el 'estado mínimo' que define el subproblema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 de Testing para Algoritmos PD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tests obligatorios para cualquier solución PD: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Casos Base: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vacío, n=0, n=1 — verificar que la solución maneja los límites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Casos Conocidos: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cuyo resultado puede verificarse manualmente: fib(10)=55, C(5,2)=10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Casos Límite (Edge Cases):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muy grandes, inputs negativos, inputs idénticos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Casos de Rendimiento: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fib(1000), lcs de strings de 1000 chars — verificar que no supera el tiempo límite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Invariantes (Property-Based Testing):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lcs(X,Y) ≤ min(len(X), len(Y)) — siempre debe cumplirse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mochila(items, W) ≤ mochila(items, W+1) — más capacidad = más o igual valor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Hypothesis (Python) para property-based testing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Ejercicios de Práctica — Preparación Examen Final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— Fibonacci: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fib(n) con memoización. Optimiza a O(1) espacio.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— Mochila: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[(3,4),(4,5),(2,3),(1,1)], W=6. Construye la tabla y encuentra el valor máximo.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— LCS: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LCS("AGGTAB","GXTXAYB"). Muestra la tabla y reconstruye la subsecuencia.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 — Camino Mínimo: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3×3: [[1,3,1],[1,5,1],[4,2,1]]. Encuentra el camino mínimo de (0,0) a (2,2).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5 — Diseño de Tests: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ejercicio 2, diseña 6 casos de prueba (2 base, 2 conocidos, 1 edge, 1 performance).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Conexión Final: PD en Sistemas de Testing Reales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 de Software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aparece PD en herramientas de testing que ya usamos?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(LCS): cada 'git diff' entre dos commits usa LCS sobre las líneas del archivo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código (Mochila): selección óptima de tests con restricción de tiempo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profiling (Camino Mínimo): encontrar el camino crítico en el call graph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entre tests (LCS): detectar tests duplicados o redundantes en la suite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testers (Asignación de recursos): distribución óptima del equipo QA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inteligente (PD + ML): generación de inputs que maximizan cobertura con mínimos 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PD no es solo un ejercicio académico — está en la base de las herramientas que usamos diariamente. Entender los algoritmos subyacentes nos hace mejores ingenieros.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identificas si un nuevo problema requiere PD vs Greedy vs Divide &amp; Conquer?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los algoritmos PD vistos te parece más relevante para tu área de interés? ¿Por qué?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usarías property-based testing (Hypothesis) para verificar la corrección de una implementación de Mochila?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conceptos de testing de software se conectan directamente con los algoritmos PD que estudiamos?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patrones PD: lineal 1D, dos secuencias 2D, mochila, grid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+ Transición + Caso Base: identificar en cualquier problema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PD: base, conocidos, límite, rendimiento, invariantes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Hypothesis para property-based testing en Python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en producción: Git diff (LCS), CI optimization (Mochila), profiling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final: dominar recurrencias y complejidades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Examen Final — Repaso Integral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comprensiva del curso completo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General del Curso — Sesiones 1 a 19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(S1-5): Fundamentos y tipos de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Pirámide, unit tests (AAA/FIRST/mocks), integration, TDD (RGR), E2E (POM)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(S6-9): Testing especializado y CI/CD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smoke, acceptance (BDD/UAT), performance (k6/SLAs), GitHub Actions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(S11-14): ET, Métricas y fundamentos PD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(SBTM/HICCUPPS), métricas CK (WMC/CBO/LCOM), ciclomática, PD intro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(S16-19): Algoritmos PD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Mochila 0/1, Binomiales, LCS, Min Cost Path, Asignación Recursos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Examen Final — Sección A: Conceptos Fundamentales (30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 da un ejemplo de: (a) Test Double, (b) Smoke Test, (c) Subestructura Óptima en PD.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complejidad ciclomática de un método con 2 if, 1 for y 1 switch de 3 casos? ¿Cuántos tests mínimos necesita?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las métricas CK: WMC, CBO y LCOM. ¿Cuál impacta más la testabilidad y por qué?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19856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contrato en el Contract Testing y por qué es esencial en microservicios? Da un ejemplo.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Examen Final — Sección B: Aplicación Técnica (40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y describe el pipeline CI/CD completo de un proyecto e-commerce con al menos 6 stages de testing.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un charter de exploración (SBTM) para el módulo de 'transferencias entre cuentas' de un banco digital.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LCS('ABCBDAB','BDCAB'), construye la tabla DP completa (7×6) y determina la longitud de la LCS.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19856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diferencia el Patrón 2 de PD (2 secuencias) del Patrón 3 (mochila)? Da un ejemplo de cada uno.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Examen Final — Sección C: Casos Integradores (30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PD: 4 sprints disponibles, 5 features con puntos: [2,3,1,4,2] y valor de negocio: [5,8,3,9,6]. Capacidad por sprint: 6 puntos totales. Usando Mochila 0/1, determina qué features entregan máximo valor. Muestra tabla DP y selección óptima. (15 pts)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INTEGRADO: Eres el arquitecto de testing de un startup fintech. Diseña una estrategia completa que incluya: pirámide de tests, métricas de cobertura, pipeline CI/CD, performance SLAs, y un algoritmo PD que optimice la asignación de 4 QA engineers a 6 módulos críticos con distinto riesgo. (15 pts)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— Examen Final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A — Conceptos (30 pts): 4 preguntas × 7.5 pts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precisa + ejemplo real de la industria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B — Aplicación Técnica (40 pts): 4 preguntas × 10 pts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metodológico correcto + resultado verificable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C — Casos Integradores (30 pts):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PD (15 pts): formulación + tabla + solución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 (15 pts): completitud (6) + coherencia (6) + justificación (3)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120 minutos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permitidos: hoja de fórmulas (2 hojas, ambos lados)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permitida (sin conexión a internet)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aprobatoria: 60/100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🎓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¡Felicitaciones!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completado el curso de Testing de Software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640080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calidad no es un accidente; es siempre el resultado de un esfuerzo inteligente." — John Ruskin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 • Sesiones 1–20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de Software — Sesiones 16 a 20</dc:title>
  <dc:subject>PptxGenJS Presentation</dc:subject>
  <dc:creator>PptxGenJS</dc:creator>
  <cp:lastModifiedBy>PptxGenJS</cp:lastModifiedBy>
  <cp:revision>1</cp:revision>
  <dcterms:created xsi:type="dcterms:W3CDTF">2026-04-04T19:06:53Z</dcterms:created>
  <dcterms:modified xsi:type="dcterms:W3CDTF">2026-04-04T19:06:53Z</dcterms:modified>
</cp:coreProperties>
</file>