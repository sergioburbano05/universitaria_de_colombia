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· PRUEBAS DE SOFTWARE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Coeficientes binomiales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subsecuencia común máxima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bidimensionales y comparación de secuencias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743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Ingeniería de Software · VII Semestre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la sesión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binomiales: el triángulo de Pascal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fórmula factorial a la recurrencia que evita desbordamientos.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46304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de Pascal con DP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incremental fila por fila con análisis de complejidad.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Subsecuencia común máxima (LCS)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dos cadenas. Modelado con estado bidimensional.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46304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Reconstrucción de la subsecuencia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la tabla hacia atrás para recuperar la cadena resultado.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2120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14630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y diff: aplicaciones en testing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algoritmo se usa en herramientas como git diff y comparación de salidas.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de aprendizaje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 el estudiante será capaz de: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coeficientes binomiales sin desbordar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por qué la recurrencia C(n,k) es preferible a la fórmula factorial en cómputo numérico.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triángulo de Pascal con DP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versión bottom-up y la versión optimizada en espacio O(k).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problemas con dos secuencias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estados bidimensionales (i, j) que indexan posiciones en cadenas distintas.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LCS desde cero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9194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la matriz de longitudes y reconstruir la subsecuencia óptima.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294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LCS detrás de herramientas reales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56601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presencia del algoritmo en utilidades cotidianas como diff, git, version control y testing.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Coeficientes binomiales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triángulo de Pascal y su elegante recurrencia.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Definición y recurrencia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C(n, k) = C(n-1, k-1) + C(n-1, k)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recurrencia de Pascal. Equivale a la fórmula factorial pero usa solo sumas, evitando desbordamientos numéricos.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C(n, 0) = 1 y C(n, n) = 1 para todo n ≥ 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 combinatorio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Maneras de elegir k objetos de n sin importar el orden.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 factorial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C(n, k) = n! / (k! · (n-k)!) — la versión cerrada.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¿Recurrencia o fórmula factorial?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57784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5577840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FACTORIAL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C(n, k) = n! / (k! · (n-k)!)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= 25 ya supera el rango de int de 32 bits.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resultado quepa en 64 bits, los factoriales intermedios desbordan.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división entera, sensible a errores de truncamiento si se usa flotante.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operación grande, sin oportunidades de cachear resultados intermedios.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57784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83080"/>
            <a:ext cx="55778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83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DE PASCAL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C(n, k) = C(n-1, k-1) + C(n-1, k)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sumas: el resultado intermedio nunca supera el resultado final.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Numéricamente estable: sin divisiones, sin truncamiento.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tabular toda la tabla de Pascal con O(n²) operaciones.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se reusa para calcular muchas otras: encaja perfecto con DP.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triángulo de Pascal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es la suma de las dos celdas que tiene encima a izquierda y derecha.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0" y="228600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49240" y="288036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2880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288036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880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83480" y="347472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3474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15000" y="3474720"/>
            <a:ext cx="64008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3474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347472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474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406908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069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49240" y="406908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4069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80760" y="4069080"/>
            <a:ext cx="64008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4069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12280" y="406908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069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51960" y="466344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4663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83480" y="466344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4663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15000" y="4663440"/>
            <a:ext cx="64008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4663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46520" y="466344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663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178040" y="466344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4663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886200" y="525780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86200" y="5257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17720" y="525780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5257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349240" y="525780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5257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080760" y="5257800"/>
            <a:ext cx="64008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5257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12280" y="525780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5257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543800" y="525780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43800" y="5257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520440" y="585216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5852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251960" y="585216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51960" y="5852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983480" y="585216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5852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715000" y="5852160"/>
            <a:ext cx="64008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5000" y="5852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446520" y="585216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46520" y="5852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178040" y="585216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78040" y="5852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909560" y="5852160"/>
            <a:ext cx="64008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09560" y="5852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45720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57200" y="2880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57200" y="3474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0" y="4069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4663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57200" y="5257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7200" y="5852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celdas centrales destacadas son C(n, ⌊n/2⌋) — los coeficientes centrales máximos.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Versión 1: recursión con memoización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directa de la recurrencia con caché. Útil cuando solo necesitamos pocos coeficientes.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binomial_memo(n, k):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k == 0 or k == 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k &gt; 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binomial_memo(n - 1, k - 1) + binomial_memo(n - 1, k)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Tiempo:   O(n·k)  — cada par (n, k) se calcula una vez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Espacio:  O(n·k)  por la caché + recursión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binomial_memo(20, 10)  →  184756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binomial_memo(50, 25)  →  126410606437752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Versión 2: tabulación de Pascal completo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toda la tabla de coeficientes hasta la fila n. Ideal cuando necesitamos múltiples C(n, k).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pascal_tabla(n_max):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 * (n_max + 1) for _ in range(n_max + 1)]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 in range(n_max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dp[n][0]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dp[n][n]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k in range(1, 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dp[n][k] = dp[n - 1][k - 1] + dp[n - 1][k]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Permite consulta O(1) de cualquier C(n, k) ya tabulado.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Útil para problemas que requieren múltiples binomiales,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como cálculo de probabilidades binomiales por enumeración.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Versión 3: una sola fila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necesitamos la fila anterior. Bajamos a O(k) en espacio iterando de derecha a izquierda.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binomial_opt(n, k):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k &gt; n - k: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 = n - k    # aprovechar simetría: C(n,k) = C(n,n-k)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(k + 1)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iterar inverso para no pisar valores que aún se usan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range(min(i, k), 0, -1):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dp[j] = dp[j] + dp[j - 1]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dp[k]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Tiempo:   O(n·k)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Espacio:  O(k)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 iteración inversa es la misma técnica vista en mochila 0/1.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¿Para qué sirven los coeficientes binomiales?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binomial, fórmula B(n, k, p). Cálculo de probabilidades acumuladas en pruebas estadísticas.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combinatorio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42316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de configuraciones, permutaciones con restricciones, problemas de conteo en testing exhaustivo.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combinatoria de pruebas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testing y t-way coverage usan estimaciones combinatorias para limitar la explosión de casos.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411480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4114800"/>
            <a:ext cx="548640" cy="5486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algoritmos aleatorios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el comportamiento de algoritmos probabilísticos y fuzzing testing requiere coeficientes binomiales.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Subsecuencia común máxima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dos cadenas: el problema fundamental de la programación dinámica bidimensional.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LCS (Longest Common Subsequence)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Dadas dos secuencias X e Y, encontrar la subsecuencia más larga que aparezca en ambas, conservando el orden relativo pero no necesariamente posiciones contiguas.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Atención: subsecuencia ≠ subcadena. La subsecuencia permite saltos, la subcadena no.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ejemplo, para X = 'ABCBDAB' e Y = 'BDCABA' la LCS es 'BCBA' o 'BDAB' (ambas de longitud 4). Hay LCS distintas posibles, todas con la misma longitud máxima. El problema clásico se centra en encontrar la longitud y, opcionalmente, una de las subsecuencias.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Subsecuencia vs subcadena: una distinción crítica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57784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5577840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SUBCADENA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 consecutivos en la cadena original.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'PROGRAMA': 'GRAM', 'ROGR' son subcadenas.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'PRMA' NO es subcadena (no consecutivo).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relacionado: longest common substring.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resuelve también con DP, pero con recurrencia distinta.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57784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83080"/>
            <a:ext cx="55778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83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SUBSECUENCIA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 en orden, no necesariamente consecutivos.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'PROGRAMA': 'GRAM', 'PRMA', 'PGA' son subsecuencias.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único obligatorio es preservar el orden original.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clásico: longest common subsequence (LCS).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caso que abordamos en esta sesión.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Recurrencia de LCS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L[i][j] = L[i-1][j-1] + 1   si   X[i] = Y[j]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caracteres coinciden, extendemos la LCS de los prefijos anteriores. Si no coinciden, tomamos el mejor de los dos prefijos.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L[i][j] = L[i-1][j-1] + 1 — extendemos la subsecuencia.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coinciden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L[i][j] = max(L[i-1][j], L[i][j-1]) — el mejor de descartar uno.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L[0][j] = L[i][0] = 0 — cadena vacía no comparte nada.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LCS con la receta de cinco pasos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caracteres X[i] e Y[j]: ¿coinciden? ¿descarto uno de X? ¿descarto uno de Y?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4261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5968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96265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(i, j): los prefijos de longitud i de X y de longitud j de Y que estamos comparando.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456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22192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X[i]=Y[j] sumamos uno a L[i-1][j-1]. Si no, tomamos max(L[i-1][j], L[i][j-1]).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6168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3159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681728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L[0][j] = L[i][0] = 0. Una cadena vacía no comparte nada con ninguna otra.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22122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221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51755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cómputo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541264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i de 1 a |X| y j de 1 a |Y|. Cada celda usa la fila anterior y la celda inmediata anterior.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Tabla LCS para 'AGCAT' y 'GAC'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L[i][j] guarda la longitud de la LCS de los prefijos X[1..i] e Y[1..j].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2194560"/>
          <a:ext cx="5760720" cy="3474720"/>
        </p:xfrm>
        <a:graphic>
          <a:graphicData uri="http://schemas.openxmlformats.org/drawingml/2006/table">
            <a:tbl>
              <a:tblPr/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de longitud 2 — por ejemplo, 'GA' o 'AC' o 'GC'.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 de LCS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bottom-up. Complejidad O(m·n) en tiempo y espacio.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lcs_longitud(X, Y):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len(X), len(Y)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 = [[0] * (n + 1) for _ in range(m + 1)]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X[i - 1] == Y[j - 1]: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L[i][j] = L[i - 1][j - 1] + 1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L[i][j] = max(L[i - 1][j], L[i][j - 1])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L[m][n]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lcs_longitud("AGCAT", "GAC")    → 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lcs_longitud("ABCBDAB", "BDCABA") →  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Reconstruir la subsecuencia óptima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Recorremos la tabla desde L[m][n] hacia L[0][0] siguiendo las decisiones.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lcs_completo(X, Y):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len(X), len(Y)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 = [[0] * (n + 1) for _ in range(m + 1)]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X[i - 1] == Y[j - 1]: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L[i][j] = L[i - 1][j - 1] + 1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L[i][j] = max(L[i - 1][j], L[i][j - 1])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Reconstrucción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sub, i, j = [], m,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&gt; 0 and j &gt; 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X[i - 1] == Y[j - 1]: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sub.append(X[i - 1]); i -= 1; j -=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L[i - 1][j] &gt;= L[i][j - 1]: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-=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-=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''.join(reversed(sub))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 completo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dos cadenas y obteniendo subsecuencia y longitud.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"PRUEBASOFTWARE"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"PRUEBASUNITARIAS"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lcs_completo(X, 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print(f"Longitud LCS: {len(resultado)}")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print(f"Subsecuencia : {resultado}")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Salida: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Longitud LCS: 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Subsecuencia : PRUEBASA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Las letras de "PRUEBASA" aparecen en este orden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 ambas cadenas, posiblemente con caracteres entre ellas.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LCS en el mundo real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y dónde encontramos este algoritmo fuera del aula.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LCS detrás de herramientas que ya usas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diff y git diff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 Myers (basado en LCS) es la base de las comparaciones línea a línea en sistemas de control de versiones.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42316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Alineamiento de secuencias de ADN o proteínas. Variantes ponderadas de LCS son el corazón de BLAST y Smith-Waterman.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plagio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fragmentos compartidos entre documentos. Métricas de similitud derivadas de LCS son comunes.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411480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4114800"/>
            <a:ext cx="548640" cy="5486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salidas en testing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prueba falla, mostrar la diferencia entre salida esperada y obtenida ayuda a diagnosticar más rápido.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LCS aplicado a pruebas de software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una prueba de regresión falla, no basta con saber que la salida cambió: queremos ver qué partes coinciden con lo esperado y qué partes difieren. LCS proporciona la base matemática para esa comparación.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Pytest, Jest, JUnit y otras herramientas usan algoritmos derivados para mostrar 'unified diffs' al fallar una aserción.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que ves al fallar una aserción de tipo assertEquals con cadenas largas no es magia: es el resultado de aplicar LCS sobre las dos versiones, marcando lo común y resaltando lo que difiere. La calidad de los mensajes de error en frameworks de testing depende directamente de la calidad de su implementación de diff.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Variantes y problemas relacionados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esqueleto de LCS se reutiliza con pequeños cambios.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de edición (Levenshtein)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inserción, eliminación y sustitución. Misma estructura DP, pesos distintos en la recurrencia.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Subcadena común más larga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con caracteres consecutivos. La recurrencia es ligeramente diferente: si no coinciden, dp[i][j] = 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Subsecuencia palindrómica más larga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 LCS entre una cadena y su inversa. Una línea adicional resuelve el problema.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entre archivos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9194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 de LCS para líneas en lugar de caracteres. Base teórica de diff y patch en Unix.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294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de tres o más secuencias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56601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 a un espacio de estados k-dimensional, con tabla de tamaño n^k. Computacionalmente costoso.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Optimización: solo dos filas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longitud no necesitamos toda la tabla. Bajamos a O(min(m, n)) en espacio.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lcs_longitud_opt(X, Y):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len(X) &lt; len(Y):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Y = Y, X      # asegurar que Y sea la más corta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len(X), len(Y)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 = [0] * (n + 1)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 = [0] * (n + 1)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X[i - 1] == Y[j - 1]: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curr[j] = prev[j - 1] + 1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curr[j] = max(prev[j], curr[j - 1])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prev, curr = curr, prev    # swap referencias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 = [0] * (n + 1)       # reinicializar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prev[n]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Espacio: O(min(m, n))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trade-off espacio vs reconstrucción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O(mn)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COMPLETA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reconstruir la subsecuencia óptima recorriendo la matriz.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22860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O(min(m,n))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20624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FILAS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4297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entrega la longitud. La subsecuencia se pierde.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22860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Hirschberg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HÍBRIDO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4297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Reconstrucción en O(m+n) espacio y O(mn) tiempo: lo mejor de ambos mundos.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 Hirschberg combina LCS con divide y vencerás. Útil cuando las cadenas son enormes.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comunes al implementar LCS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índices de la cadena con índices de la tabla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suele tener tamaño (m+1)×(n+1) para incluir la fila/columna del prefijo vacío. Genera off-by-one.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4261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5968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LCS con la versión optimizada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96265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conservas dos filas, no puedes recuperar la subsecuencia. Se necesita la tabla completa.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456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que la LCS es única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22192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existir varias subsecuencias de longitud máxima. La reconstrucción devuelve solo una.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6168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3159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comparar con orden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681728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preserva orden. Si no, sería simplemente intersección de multiconjuntos: problema mucho más fácil.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22122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221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51755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Desbordar con cadenas Unicode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541264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caracteres compuestos (emojis, acentos): pueden ocupar varias posiciones lógicas.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Síntesis de la sesión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recurrencia de Pascal evita los desbordamientos de la fórmula factorial usando solo sumas de enteros.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triángulo de Pascal es un caso de DP donde cada fila se construye a partir de la anterior con O(n) operaciones.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54480" y="36576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es el ejemplo canónico de DP bidimensional: el espacio de estados es el producto cartesiano de prefijos de dos cadenas.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4526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reconstrucción de la solución requiere conservar la tabla completa o aplicar técnicas como el algoritmo de Hirschberg.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554480" y="5394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no es teoría: está detrás de diff, git, herramientas de testing y comparación de archivos en el día a día.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discutir en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recurrencia de Pascal es numéricamente más estable que la fórmula factorial?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cambia en la recurrencia si en lugar de subsecuencia más larga buscamos subcadena más larga?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88720" y="3383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modificarías LCS para resolver el problema de distancia de edición de Levenshtein?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88720" y="4160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contextos de testing tendría sentido implementar tu propio diff en lugar de usar el de Python o Pytest?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viene en la próxima sesión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247120" cy="43891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91440" cy="43891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Camino de mínimo costo y asignación de recursos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Cerraremos el bloque de programación dinámica con dos problemas de optimización en grafos y matrices: el camino de costo mínimo en grilla y la asignación de recursos limitados a tareas con retornos variables.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recomendada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grafos dirigidos sin ciclos (DAG) y su recorrido topológico.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en el problema de planificación: 'tengo X recursos, ¿cómo los reparto entre N proyectos?'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LCS optimizado en espacio O(min(m,n)) y comparar tiempos con la versión completa.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ejemplos reales de planificación de pruebas con presupuesto limitado.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822960" y="3840480"/>
            <a:ext cx="2743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binomiales y LCS · Sesión 18 de 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Universitaria de Colombia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18 - Coeficientes binomiales y LCS</dc:title>
  <dc:subject>PptxGenJS Presentation</dc:subject>
  <dc:creator>Mg. Sergio Alejandro Burbano Mena</dc:creator>
  <cp:lastModifiedBy>Mg. Sergio Alejandro Burbano Mena</cp:lastModifiedBy>
  <cp:revision>1</cp:revision>
  <dcterms:created xsi:type="dcterms:W3CDTF">2026-04-27T19:02:57Z</dcterms:created>
  <dcterms:modified xsi:type="dcterms:W3CDTF">2026-04-27T19:02:57Z</dcterms:modified>
</cp:coreProperties>
</file>