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66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99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Exploratorias · Charters · SBTM · Heurísticas HICCUPPS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90195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880360"/>
            <a:ext cx="1901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06040" y="28803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1901952" cy="38404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880360"/>
            <a:ext cx="1901952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903720" y="28803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Testing: de la teoría a la práctica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Exploratory Testing?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diferencias con scripted y ad-hoc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Mentalidad exploratoria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 y actúa el tester exploratorio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Charter-Based Testing y SBTM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exploración con misiones y sesiones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HICCUPPS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Oráculos mentales para encontrar bugs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y herramientas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exploración y software de apoyo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comentados y taller práctico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 / 32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Exploratory Testing?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que ad-hoc: un enfoque cognitivo y estructurado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Exploratory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005840"/>
          </a:xfrm>
          <a:prstGeom prst="rect">
            <a:avLst/>
          </a:prstGeom>
          <a:solidFill>
            <a:srgbClr val="132218"/>
          </a:solidFill>
          <a:ln w="1905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es el enfoque donde el tester </a:t>
            </a: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diseña, ejecuta y aprende de las pruebas simultáneamente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guiado por la curiosidad, la experiencia y el conocimiento del dominio — no por scripts predefinidos.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2697480" cy="2651760"/>
          </a:xfrm>
          <a:prstGeom prst="rect">
            <a:avLst/>
          </a:prstGeom>
          <a:solidFill>
            <a:srgbClr val="1A1200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vs Scripted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2468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Scripted: diseñas primero, ejecutas después.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ET: diseñas y ejecutas al mismo tiempo.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son complementarios, no excluyentes.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2084832"/>
            <a:ext cx="2697480" cy="2651760"/>
          </a:xfrm>
          <a:prstGeom prst="rect">
            <a:avLst/>
          </a:prstGeom>
          <a:solidFill>
            <a:srgbClr val="001514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208483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vs Ad-hoc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560320"/>
            <a:ext cx="2468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no tiene estructura ni registro.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es estructurado (charters, sesiones) y documentado para ser auditable.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2084832"/>
            <a:ext cx="2697480" cy="2651760"/>
          </a:xfrm>
          <a:prstGeom prst="rect">
            <a:avLst/>
          </a:prstGeom>
          <a:solidFill>
            <a:srgbClr val="001426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2084832"/>
            <a:ext cx="269748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560320"/>
            <a:ext cx="2468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Kaner (1984). James Bach y Michael Bolton lo formalizaron. ISTQB Advanced Level.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4 / 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Exploratory Testing?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Contextos donde ET aporta más valor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USAR 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14538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limitado, cobertura rápida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29968"/>
            <a:ext cx="4206240" cy="52120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nuevas sin documentación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642616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679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correcciones de bugs (bug bash)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55264"/>
            <a:ext cx="4206240" cy="52120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tester incorporándose al proyecto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867912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bugs que automóticos no encuentran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480560"/>
            <a:ext cx="4206240" cy="52120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65760" y="45171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complejos difíciles de especificar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PREFERIR SCRIPTED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00600" y="14538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repetitiva → automatizar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029968"/>
            <a:ext cx="4206240" cy="521208"/>
          </a:xfrm>
          <a:prstGeom prst="rect">
            <a:avLst/>
          </a:prstGeom>
          <a:solidFill>
            <a:srgbClr val="FFE4E6"/>
          </a:solidFill>
          <a:ln w="762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00600" y="2066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con evidencia exacta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642616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00600" y="2679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requisitos muy detallados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255264"/>
            <a:ext cx="4206240" cy="521208"/>
          </a:xfrm>
          <a:prstGeom prst="rect">
            <a:avLst/>
          </a:prstGeom>
          <a:solidFill>
            <a:srgbClr val="FFE4E6"/>
          </a:solidFill>
          <a:ln w="762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0060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carga/rendimiento con métricas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867912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0060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datos masivos repetitivos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5 / 32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Mentalidad Exploratoria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 y actúa el tester exploratorio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Mentalidad del Tester Exploratorio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actitudes que definen el enfoque de calidad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 sistemática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'¿funciona?' sino '¿qué pasa si hago esto de forma inesperada?'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lateral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alternativos, combinaciones inusuales, secuencias no previstas.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continuo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enseña algo nuevo y guía la siguiente exploración.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651760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6517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riesgo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07238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áreas con mayor probabilidad de fallo o mayor impacto.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651760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6517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mental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07238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del sistema para generar hipótesis de fallo.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651760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65A30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651760"/>
            <a:ext cx="2743200" cy="4572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mientras explora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07238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pasos, anomalías y preguntas en tiempo real.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4261935"/>
            <a:ext cx="8686800" cy="59436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28600" y="4261935"/>
            <a:ext cx="457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65760" y="4353375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Escepticismo constructivo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682559"/>
            <a:ext cx="8485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el software tiene bugs hasta demostrar lo contrario. 'Confía pero verifica.'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8600" y="49597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7 / 32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Charter-Based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la exploración con misiones claras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Test Charter?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misión que guía cada sesión exploratoria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charter define: QUÉ explorar, CÓMO explorarlo y QUÉ buscar. No es un script paso a paso — es una misión con libertad.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3035808"/>
          </a:xfrm>
          <a:prstGeom prst="rect">
            <a:avLst/>
          </a:prstGeom>
          <a:solidFill>
            <a:srgbClr val="040E0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3035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Plantilla de Charter (formato James Bach)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Explorar:       [Área o funcionalidad del sistema]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Con:            [Recursos, herramientas o datos específicos]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descubrir: [Riesgos, información o problemas a buscar]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 1: Módulo de Login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Explorar:       formulario de autenticación del portal estudiantil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Con:            credenciales válidas, inválidas, vacías y caracteres especiales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descubrir: problemas de validación, mensajes de error ambiguos y XSS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 2: Matrícula de materias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Explorar:       flujo completo con estudiante en estado irregular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Con:            prerrequisitos incompletos, cupos agotados, créditos al límite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descubrir: comportamientos inesperados, bloqueos silenciosos, validaciones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864608"/>
            <a:ext cx="8686800" cy="201168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4864608"/>
            <a:ext cx="4572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" y="4078019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437083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charter se ejecuta en 45-90 minutos. Si es muy amplio, divídelo en dos.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9 / 32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Test Management (SBTM)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Jonathan Bach para gestionar exploración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554480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554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Charters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965960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misiones por área de riesgo. Priorizar por criticidad.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8528" y="2468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84832" y="960120"/>
            <a:ext cx="1554480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084832" y="960120"/>
            <a:ext cx="1554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21992" y="1051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221992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57984" y="14813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Sesión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57984" y="1965960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explora 45-90 min sin interrupciones con el charter.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468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3904" y="960120"/>
            <a:ext cx="1554480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803904" y="960120"/>
            <a:ext cx="155448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941064" y="1051560"/>
            <a:ext cx="347472" cy="34747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4106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77056" y="14813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77056" y="1965960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min: ¿qué se encontró? ¿cobertura? ¿nuevos charters?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6672" y="2468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22976" y="960120"/>
            <a:ext cx="1554480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5522976" y="960120"/>
            <a:ext cx="1554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660136" y="105156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660136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96128" y="14813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96128" y="1965960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setup/exploración/reporte. Ratio bugs por sesión.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95744" y="2468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42048" y="960120"/>
            <a:ext cx="1554480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7242048" y="960120"/>
            <a:ext cx="1554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379208" y="10515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37920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0" y="14813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0" y="1965960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bugs y áreas pendientes para stakeholders.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228600" y="4617720"/>
            <a:ext cx="457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274320" y="440788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SBTM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469817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&lt; 20% · Exploración &gt; 65% · Reporte &lt; 15% · Bug:Sesión &gt; 3 = área problemática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HICCUPPS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Oráculos mentales para identificar comportamiento esperado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HICCUPPS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oráculos para evaluar el sistema durante la exploración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comportarse igual que versiones anteriores para la misma función. v2.1 calcula IVA=19%; v2.2 también.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Image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con la imagen y promesas de la empresa. Banco con 'zero fraud' → 2FA obligatorio en todo.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47088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1847088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19019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Comparable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167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similares del mercado como referencia de comportamiento esperado. Gmail no envía sin destinatario.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90872" y="1847088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1847088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28032" y="19019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Claims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167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cumplir lo que dice la documentación. 'Responde en 0.5s' → probar que realmente lo hace siempre.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734056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65760" y="27889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User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05409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Satisfacer expectativas razonables del usuario típico. Botón que parece clickeable debe serlo siempre.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734056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734056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7889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Product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05409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del sistema deben ser consistentes entre sí. Si notas usan 0-5, matrícula no puede usar 0-100.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621024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28600" y="3621024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65760" y="36758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Purpose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94106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Satisfacer el propósito principal de negocio. App de pagos con 0.1% de fallos no cumple su misión.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90872" y="3621024"/>
            <a:ext cx="42062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690872" y="3621024"/>
            <a:ext cx="45720" cy="777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28032" y="36758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Statutes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8032" y="394106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leyes y normas del sector. Factura sin CUFE viola norma DIAN en Colombia.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12 / 32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Exploración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principales para guiar la sesión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(Boundary)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valores en bordes de rangos válidos e inválidos: 0, -1, max+1.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de estado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sistema cambia de estado y si las transiciones son correctas.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experiencia para adivinar fallos. ¿Qué haría un usuario hostil?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Estrés/Volumen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masivos, textos extremadamente largos, números en los límites.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pares de parámetros para maximizar cobertura con pocos casos.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end-to-end como un usuario real en su trabajo diario.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13 / 32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Apoyo para 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para gestionar y documentar la exploración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 / Zephyr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sesiones y charters. Integra con Jira para reportar bugs al vuelo.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/ OBS Studio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pantalla durante la sesión. Evidencia del camino explorado con audio.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22199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Reporter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minimalista para tomar notas durante SBTM sin interrumpir el flujo.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221992"/>
            <a:ext cx="420624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Etiquetas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bugs al instante con etiquetas de sesión y charter de origen.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348386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8328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Snagit / Greenshot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pantalla anotadas en tiempo real — más rápido que escribir notas.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3483864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00600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Maps (XMind)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áreas exploradas y pendientes en cada sesión.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14 / 32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de estudio comentados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Portal de Matrícula Universitaria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y hallazgos de una sesión de 60 minutos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246120"/>
          </a:xfrm>
          <a:prstGeom prst="rect">
            <a:avLst/>
          </a:prstGeom>
          <a:solidFill>
            <a:srgbClr val="040E0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Charter → Sesión Real (Build v3.2.1)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Explorar:  proceso de matrícula del portal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Con:       prerrequisitos incompletos, horarios 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conflicto, créditos al límite del máximo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desc: validaciones incorrectas, bloqueos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silenciosos, mensajes de error ambiguos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NOTAS (Tester: Ana García) 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 Login exitoso, navegación normal OK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10:08 BUG: materia llena aparece 'disponible'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hasta intentar matricular → CRÍTICO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10:22 OK:  prerrequisito bloqueado correctamente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10:35 BUG: créditos=21 muestra error genérico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Debe decir 'Límite de créditos alcanzado'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10:50 PREGUNTA: ¿qué pasa con horario nocturno?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Nuevo charter generado para turno nocturno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Setup:5min | Exploración:48min | Reporte:7min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960120"/>
            <a:ext cx="342900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577840" y="1005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(8%)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618488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577840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min (80%)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276856"/>
            <a:ext cx="342900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577840" y="2322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3225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 (12%)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935224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77840" y="29809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encontrados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9809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593592"/>
            <a:ext cx="342900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577840" y="3639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charters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6393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4251960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577840" y="4297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sesión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Cumplido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315968"/>
            <a:ext cx="8686800" cy="713232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228600" y="4315968"/>
            <a:ext cx="45720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65760" y="44074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736592"/>
            <a:ext cx="8485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BUG de materia llena visible llevaba 3 meses sin detectarse. ET lo encontró en 8 minutos de exploración.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16 / 32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App Bancaria: 3 Charters en Paralelo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Bash con charters especializados por área de riesgo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3977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A: Transferencias normales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25603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93192" y="17190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Monto mínimo ($1 COP)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93192" y="21945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Saldo exactamente disponible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25603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93192" y="26700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Cuenta con ceros al inicio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182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BUG: $0.01 procesa sin error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OK: saldo exacto funciona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36392" y="960120"/>
            <a:ext cx="2743200" cy="3977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136392" y="9601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27832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B: Casos extremos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27832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27832" y="1682496"/>
            <a:ext cx="25603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00984" y="17190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Monto &gt; saldo disponible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15798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00984" y="21945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Campo con 20 dígitos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2633472"/>
            <a:ext cx="25603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300984" y="26700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Monto negativo (-100.000)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27832" y="3182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27832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BUG: negativo genera débito real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27832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BUG: 20 dígitos trunca sin aviso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44184" y="960120"/>
            <a:ext cx="2743200" cy="3977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044184" y="9601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135624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C: Concurrencia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35624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35624" y="1682496"/>
            <a:ext cx="25603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208776" y="17190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2 tabs: misma transferencia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5624" y="215798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208776" y="21945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Refresh durante procesamiento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35624" y="2633472"/>
            <a:ext cx="25603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208776" y="26700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Cerrar sesión mientras procesa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35624" y="3182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35624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BUG: doble transferencia procesada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35624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OK: cierre cancela correctamente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17 / 32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Python: Registro de Sesión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Automatizando la documentación de sesiones exploratorias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6152320" cy="3822192"/>
          </a:xfrm>
          <a:prstGeom prst="rect">
            <a:avLst/>
          </a:prstGeom>
          <a:solidFill>
            <a:srgbClr val="040E0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1439" y="1051560"/>
            <a:ext cx="5987729" cy="365760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 algn="just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session_logger.py — Registro SBTM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datetime, json</a:t>
            </a: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ExploratorySession: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charter, tester, build):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self.charter  = charter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self.tester   = tester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self.build    = build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    = datetime.datetime.now()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self.notes    = []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self.bugs     = []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self.charters = []  # nuevos charters</a:t>
            </a: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note(self, text: str):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ts = datetime.datetime.now().strftime('%H:%M:%S')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self.notes.append({'time': ts, 'note': text})</a:t>
            </a: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bug(self, desc: str, severity='MEDIUM'):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self.bugs.append({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'desc': desc, 'sev': severity,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'time': datetime.datetime.now().isoformat()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close(self):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mins = (datetime.datetime.now()-self.start).seconds//60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{'charter':self.charter,'tester':self.tester,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'duration_min':mins,'bugs':self.bugs,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'notes':self.notes,'new_charters':self.charters}</a:t>
            </a:r>
            <a:endParaRPr lang="en-US" sz="800" dirty="0"/>
          </a:p>
          <a:p>
            <a:pPr marL="0" indent="0" algn="just">
              <a:buNone/>
            </a:pP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 EN SESIÓN: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ExploratorySession('Explorar login','Ana García','v3.2.1')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s.note('Email vacío muestra campo en rojo — correcto')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s.bug('SQL en password no es sanitizado', 'CRITICAL')</a:t>
            </a:r>
            <a:endParaRPr lang="en-US" sz="800" dirty="0"/>
          </a:p>
          <a:p>
            <a:pPr marL="0" indent="0" algn="just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print(json.dumps(s.close(), ensure_ascii=False, indent=2))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89481" y="914798"/>
            <a:ext cx="2854519" cy="141732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289481" y="914798"/>
            <a:ext cx="4572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26641" y="100623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6641" y="1335422"/>
            <a:ext cx="2488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automáticos calculan métricas SBTM sin esfuerzo manual adicional.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89481" y="2441846"/>
            <a:ext cx="2854519" cy="14173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289481" y="2441846"/>
            <a:ext cx="4572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26641" y="253328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6641" y="2862470"/>
            <a:ext cx="24430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 Jira API: cuando se llama .bug(), se crea el ticket automáticamente.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9481" y="3978038"/>
            <a:ext cx="2854519" cy="77724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289481" y="3978038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26641" y="406947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6641" y="4398662"/>
            <a:ext cx="262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 Microsoft usan sistemas similares en sus bug bashes globales internos.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18 / 32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Bug Bash: Exploración Masiva en Equipo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exploración colectiva antes de un release importante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Bug Bash?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donde todo el equipo (devs, QA, PO, diseñadores) prueba simultáneamente con charters diferentes durante 2-4 horas.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realizarlo?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semanas antes de release mayor. Tras grandes refactorizaciones. Al lanzar funcionalidad crítica nueva.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42062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788920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organizarlo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3209544"/>
            <a:ext cx="40233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AutoNum type="arabicPeriod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charter a cada persona. </a:t>
            </a:r>
          </a:p>
          <a:p>
            <a:pPr marL="228600" indent="-228600">
              <a:buAutoNum type="arabicPeriod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hallazgo cuenta. </a:t>
            </a:r>
          </a:p>
          <a:p>
            <a:pPr marL="228600" indent="-228600">
              <a:buAutoNum type="arabicPeriod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 grupal al final.</a:t>
            </a:r>
          </a:p>
          <a:p>
            <a:pPr marL="228600" indent="-228600">
              <a:buAutoNum type="arabicPeriod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788920"/>
            <a:ext cx="42062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78892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típicos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209544"/>
            <a:ext cx="40233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con bug bash encuentran 60% más bugs que con QA tradicional. Amazon, Google y Netflix lo practican.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solidFill>
            <a:srgbClr val="040E0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4681728"/>
            <a:ext cx="36576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" y="4773168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Charter Bug Bash — App de notas: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Explorar: módulo de reportes académicos  Con: roles estudiante, docente, director  Para desc: inconsistencias de datos, permisos, exportaciones rotas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19 / 32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Exploratory Testing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Exploratory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reglas que diferencian ET profesional del caos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55648"/>
          </a:xfrm>
          <a:prstGeom prst="rect">
            <a:avLst/>
          </a:prstGeom>
          <a:solidFill>
            <a:srgbClr val="FFFFFF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0789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antes de explorar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misión clara. Sin charter, la sesión se dispersa y el tiempo se pierde.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960120"/>
            <a:ext cx="2743200" cy="1755648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27832" y="105156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27832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10789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tiempo fijos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45-90 min máximo. El cansancio reduce la calidad. Descansa entre sesiones.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960120"/>
            <a:ext cx="2743200" cy="1755648"/>
          </a:xfrm>
          <a:prstGeom prst="rect">
            <a:avLst/>
          </a:prstGeom>
          <a:solidFill>
            <a:srgbClr val="FFFFFF"/>
          </a:solidFill>
          <a:ln w="1651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135624" y="1051560"/>
            <a:ext cx="329184" cy="32918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35624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47104" y="10789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en tiempo real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53912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confíes en la memoria. Anota cada anomalía mientras exploras.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80360"/>
            <a:ext cx="2743200" cy="1755648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004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299923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Variar la perspectiva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338328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Alterna: usuario novato, experto, hostil. Cada rol descubre tipos distintos de bugs.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36392" y="2880360"/>
            <a:ext cx="2743200" cy="175564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227832" y="29718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27832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39312" y="299923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 estructurado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46120" y="338328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después de cada sesión: cobertura, hallazgos, charters pendientes.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44184" y="2880360"/>
            <a:ext cx="2743200" cy="1755648"/>
          </a:xfrm>
          <a:prstGeom prst="rect">
            <a:avLst/>
          </a:prstGeom>
          <a:solidFill>
            <a:srgbClr val="FFFFFF"/>
          </a:solidFill>
          <a:ln w="16510">
            <a:solidFill>
              <a:srgbClr val="65A30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6135624" y="2971800"/>
            <a:ext cx="329184" cy="329184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135624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47104" y="299923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testing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53912" y="338328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 Navigator encuentran hasta 2x más bugs que testing individual.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21 / 32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en Exploratory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que cometen los equipos que empiezan con 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Confundirlo con ad-hoc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charter, sesión y debriefing, es prueba caótica sin valor auditable.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sin tiempo límite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límite, la sesión se extiende hasta el cansancio y el foco se pierde.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documentar en tiempo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en la memoria. Cuando hay un bug, nadie puede reproducirlo.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demasiado amplios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'Explorar toda la app' no es un charter. En 90 min solo se cubre un área.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hacer debriefing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notas quedan en el cuaderno. El equipo no aprende de la sesión.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ante el primer bug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un bug es bueno, pero no debe detener la exploración. Reporta y continúa.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22 / 32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en Metodologías Ágiles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integrar ET en Scrum sin romper el flujo del sprint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000699" cy="134575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000699" cy="4571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3826756" cy="21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Exploratorio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3826756" cy="95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cada sprint, 1-2 horas de ET sobre las US completadas. El equipo entero participa.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000699" cy="134575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000699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26756" cy="21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por 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3826756" cy="95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de usuario genera 1-3 charters. Criterios de aceptación → punto de partida.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44639"/>
            <a:ext cx="4000699" cy="134575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444639"/>
            <a:ext cx="4000699" cy="45719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536079"/>
            <a:ext cx="3826756" cy="21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Bash de Sprint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865263"/>
            <a:ext cx="3826756" cy="95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sesión: todo el equipo (PO incluido) explora el incremento antes de la demo.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444639"/>
            <a:ext cx="4000699" cy="134575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444639"/>
            <a:ext cx="4000699" cy="4571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536079"/>
            <a:ext cx="3826756" cy="21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 Definition of Done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865263"/>
            <a:ext cx="3826756" cy="95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DoD incluye: ¿Se ejecutó al menos 1 charter ET sobre esta funcionalidad?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050195"/>
            <a:ext cx="8686800" cy="718399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74320" y="4050196"/>
            <a:ext cx="4572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11480" y="414163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470820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integra ET en cada release: cada squad tiene 30 min de exploración libre antes de cada deploy.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" y="49606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23 / 32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Exploratory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la efectividad de las sesiones 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Bug:Sesión Ratio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bugs / # sesiones. &gt; 3: área muy problemática. &lt; 0.5: área de bajo riesgo o bien cubierta.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charters completados vs planificados. Meta: &gt; 80% por release.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42900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3429000"/>
            <a:ext cx="54864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3502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794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&lt; 20% · Exploración &gt; 65% · Reporte &lt; 15%. Si setup &gt; 30%, hay problema de entorno.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96012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960120"/>
            <a:ext cx="54864" cy="10972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28032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promedio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bugs por severidad. Alta proporción crítica → área de alto riesgo.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90872" y="219456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690872" y="21945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828032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generados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nuevos charters creados = indicador de aprendizaje sobre el sistema.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42900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3429000"/>
            <a:ext cx="54864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3502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al primer bug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794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áreas de alto riesgo, &lt; 10 min. Si &gt; 30 min, el charter puede no estar bien enfocado.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24 / 32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Mínima de 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registrar para que la sesión sea auditable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599" y="960120"/>
            <a:ext cx="8786191" cy="2962656"/>
          </a:xfrm>
          <a:prstGeom prst="rect">
            <a:avLst/>
          </a:prstGeom>
          <a:solidFill>
            <a:srgbClr val="040E0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148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Plantilla de Reporte de Sesión (Session Sheet)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CHARTER:        [enunciado de la misión]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TESTER:         [nombre del explorador]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BUILD/VERSIÓN:  [build del software probado]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FECHA/HORA:     [inicio: HH:MM  fin: HH:MM]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DE SESIÓN (cronológicas):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HH:MM - [observación o acción notable]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HH:MM - BUG: [descripción del bug]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HH:MM - OK:  [comportamiento correcto]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BUGS ENCONTRADOS: [listado con ID Jira]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ÁREAS CUBIERTAS:  [funcionalidades exploradas]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ÁREAS PENDIENTES: [quedó fuera del alcance]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NUEVOS CHARTERS:  [ideas para próximas sesiones]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05072"/>
            <a:ext cx="4206240" cy="86868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05072"/>
            <a:ext cx="4572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0965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documentar?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2569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reproducir el camino. No es un script — es una bitácora.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4005072"/>
            <a:ext cx="4206240" cy="86868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663440" y="4005072"/>
            <a:ext cx="457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00600" y="40965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documentar?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442569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 durante la sesión. Nunca reconstruir de memoria después.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25 / 32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vs Automatización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Complementarios, no competidores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detecta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inesperados · UX/Usabilidad · Casos borde no previstos · Lógica de negocio compleja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7316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detecta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0744"/>
            <a:ext cx="402336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repetitiva · Smoke tests · Performance · APIs · Datos masivos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4279392"/>
            <a:ext cx="8686800" cy="749808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4279392"/>
            <a:ext cx="457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437083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700016"/>
            <a:ext cx="8485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automatizado + 20% exploratorio = la combinación óptima. ET encuentra lo que la automatización nunca puede scripts.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26 / 32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Riesgo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enfocar los charters primero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Probabilidad de Fallo × Impacto en el Negocio. Los charters de mayor riesgo se ejecutan primero.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0" y="1828800"/>
            <a:ext cx="3017520" cy="1234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737360" y="18745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Prob + Alto Impacto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PRIMER CHARTER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828800"/>
            <a:ext cx="301752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Prob + Alto Impacto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Monitorear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3154680"/>
            <a:ext cx="3017520" cy="1234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737360" y="32004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Prob + Bajo Impacto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Segundo charter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154680"/>
            <a:ext cx="301752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Prob + Bajo Impacto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Último charter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27 / 32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de Exploratory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incluir en el reporte para stakeholders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charters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charters ejecutados vs planificados por área. Mapa de calor.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encontrados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por severidad, por área. Top 5 bugs más críticos.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221992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sin explorar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explícita de áreas fuera del alcance — honestidad al stakeholder.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221992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residuales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alto riesgo sin tiempo para explorar. Decisión del PO.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3483864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8328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para próxima sesión. Áreas que necesitan más scripted tests.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3483864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00600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técnicas funcionaron, áreas complejas, mejoras al proceso.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28 / 32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11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32218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252728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notas tiene un nuevo módulo de reportes académicos. El equipo QA debe explorar con SBTM.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3221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Charters (20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Identifica 4 riesgos del módulo de reportes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Diseña 4 charters con la plantilla SBTM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Estima duración de cada sesión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Prioriza los charters por riesgo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3221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Simulada (30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1 charter sobre el sistema disponible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Documenta notas en tiempo real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Registra mínimo 2 hallazgos o bugs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Genera al menos 1 nuevo charter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32218"/>
          </a:solidFill>
          <a:ln w="12700">
            <a:solidFill>
              <a:srgbClr val="65A30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 y Reporte (10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Prepara el reporte de sesión completo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Calcula las métricas SBTM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Presenta los hallazgos al grupo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Comparte nuevos charters propuestos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4 charters + notas de sesión + reporte SBTM completo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29 / 32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Testing — Explorando en Dúo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y Navigator: la fórmula que duplica la efectividad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(ejecuta)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el sistema: hace clic, escribe datos, navega. Se concentra en el 'cómo' explorar.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7316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(observa)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0744"/>
            <a:ext cx="4023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la pantalla, toma notas, sugiere áreas a explorar. Se concentra en el 'qué' buscar.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834640"/>
            <a:ext cx="8686800" cy="749808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834640"/>
            <a:ext cx="457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Microsoft Research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55264"/>
            <a:ext cx="8485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testing encuentra 2.2x más bugs en el mismo tiempo. Los roles se rotan cada 15-20 minutos durante la sesión.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703320"/>
            <a:ext cx="8686800" cy="1298448"/>
          </a:xfrm>
          <a:prstGeom prst="rect">
            <a:avLst/>
          </a:prstGeom>
          <a:solidFill>
            <a:srgbClr val="040E0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3703320"/>
            <a:ext cx="36576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8549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Dinámica sugerida para clase: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Sesión 1 (45 min): Driver=Estudiante A, Navigator=Estudiante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 explora, B toma notas en el session_logger.py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Sesión 2 (45 min): Cambio de roles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B explora nuevas áreas, A documenta y sugiere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Debriefing (15 min): Comparten hallazgos y charters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30 / 32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Exploratory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Sesión 11 en una vista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misión guía la exploración: Explorar + Con + Para descubrir.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→ Ejecutar → Debriefing → Métricas → Reporte.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65A30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HICCUPPS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3912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oráculos mentales para evaluar el comportamiento esperado.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Límites, estados, error guessing, estrés, pairwise, escenario.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TestRail, Rapid Reporter, Loom, Jira, Mind Maps.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Mentalidad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53912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 + documentación + escepticismo constructivo.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31 / 32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18"/>
          </a:solidFill>
          <a:ln w="12700">
            <a:solidFill>
              <a:srgbClr val="1322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32218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Lessons Learned in Software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Kaner, Bach, Pettichord — la referencia 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3221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satisfice.com — James Bach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originales sobre ET, charters y heurísticas.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32218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BBST Testing Courses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gratuitos de Bach y Bolton sobre 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32218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6460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rapidreporter.com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minimalista gratuita para SBTM.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12: Programación de Testing y Dinámica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| Sesión 11 | Universitaria de Colombia | 32 / 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3731</Words>
  <Application>Microsoft Office PowerPoint</Application>
  <PresentationFormat>Presentación en pantalla (16:9)</PresentationFormat>
  <Paragraphs>541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A Burbano M</cp:lastModifiedBy>
  <cp:revision>3</cp:revision>
  <dcterms:created xsi:type="dcterms:W3CDTF">2026-04-19T20:55:30Z</dcterms:created>
  <dcterms:modified xsi:type="dcterms:W3CDTF">2026-04-20T00:39:28Z</dcterms:modified>
</cp:coreProperties>
</file>