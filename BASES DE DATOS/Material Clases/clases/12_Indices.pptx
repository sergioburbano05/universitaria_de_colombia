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60" r:id="rId2"/>
  </p:sldMasterIdLst>
  <p:sldIdLst>
    <p:sldId id="348" r:id="rId3"/>
    <p:sldId id="268" r:id="rId4"/>
    <p:sldId id="259" r:id="rId5"/>
    <p:sldId id="257" r:id="rId6"/>
    <p:sldId id="258" r:id="rId7"/>
    <p:sldId id="271" r:id="rId8"/>
    <p:sldId id="270" r:id="rId9"/>
    <p:sldId id="264" r:id="rId10"/>
    <p:sldId id="260" r:id="rId11"/>
    <p:sldId id="262" r:id="rId12"/>
    <p:sldId id="261" r:id="rId13"/>
    <p:sldId id="265" r:id="rId14"/>
    <p:sldId id="266" r:id="rId15"/>
    <p:sldId id="267" r:id="rId16"/>
    <p:sldId id="279" r:id="rId17"/>
    <p:sldId id="280" r:id="rId18"/>
  </p:sldIdLst>
  <p:sldSz cx="9144000" cy="6858000" type="screen4x3"/>
  <p:notesSz cx="6858000" cy="9144000"/>
  <p:defaultTextStyle>
    <a:defPPr>
      <a:defRPr lang="es-E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104" d="100"/>
          <a:sy n="104" d="100"/>
        </p:scale>
        <p:origin x="1824" y="10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3" Type="http://schemas.openxmlformats.org/officeDocument/2006/relationships/slide" Target="slides/slide1.xml"/><Relationship Id="rId21" Type="http://schemas.openxmlformats.org/officeDocument/2006/relationships/theme" Target="theme/theme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10" Type="http://schemas.openxmlformats.org/officeDocument/2006/relationships/slide" Target="slides/slide8.xml"/><Relationship Id="rId19" Type="http://schemas.openxmlformats.org/officeDocument/2006/relationships/presProps" Target="presProp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2 Subtítulo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s-ES"/>
              <a:t>Haga clic para modificar el estilo de subtítulo del patrón</a:t>
            </a:r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847CFC-816F-41D0-AAC0-9BF4FEBC753E}" type="datetimeFigureOut">
              <a:rPr lang="es-ES" smtClean="0"/>
              <a:t>20/03/2023</a:t>
            </a:fld>
            <a:endParaRPr lang="es-ES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2FADFE-3B8F-471C-ABF0-DBC7717ECBBC}" type="slidenum">
              <a:rPr lang="es-ES" smtClean="0"/>
              <a:t>‹#›</a:t>
            </a:fld>
            <a:endParaRPr lang="es-E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847CFC-816F-41D0-AAC0-9BF4FEBC753E}" type="datetimeFigureOut">
              <a:rPr lang="es-ES" smtClean="0"/>
              <a:t>20/03/2023</a:t>
            </a:fld>
            <a:endParaRPr lang="es-ES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2FADFE-3B8F-471C-ABF0-DBC7717ECBBC}" type="slidenum">
              <a:rPr lang="es-ES" smtClean="0"/>
              <a:t>‹#›</a:t>
            </a:fld>
            <a:endParaRPr lang="es-E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847CFC-816F-41D0-AAC0-9BF4FEBC753E}" type="datetimeFigureOut">
              <a:rPr lang="es-ES" smtClean="0"/>
              <a:t>20/03/2023</a:t>
            </a:fld>
            <a:endParaRPr lang="es-ES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2FADFE-3B8F-471C-ABF0-DBC7717ECBBC}" type="slidenum">
              <a:rPr lang="es-ES" smtClean="0"/>
              <a:t>‹#›</a:t>
            </a:fld>
            <a:endParaRPr lang="es-E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2 Marcador de contenido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3 Marcador de contenido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847CFC-816F-41D0-AAC0-9BF4FEBC753E}" type="datetimeFigureOut">
              <a:rPr lang="es-ES" smtClean="0"/>
              <a:t>20/03/2023</a:t>
            </a:fld>
            <a:endParaRPr lang="es-ES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2FADFE-3B8F-471C-ABF0-DBC7717ECBBC}" type="slidenum">
              <a:rPr lang="es-ES" smtClean="0"/>
              <a:t>‹#›</a:t>
            </a:fld>
            <a:endParaRPr lang="es-E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4" name="3 Marcador de contenido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5" name="4 Marcador de texto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6" name="5 Marcador de contenido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7" name="6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847CFC-816F-41D0-AAC0-9BF4FEBC753E}" type="datetimeFigureOut">
              <a:rPr lang="es-ES" smtClean="0"/>
              <a:t>20/03/2023</a:t>
            </a:fld>
            <a:endParaRPr lang="es-ES"/>
          </a:p>
        </p:txBody>
      </p:sp>
      <p:sp>
        <p:nvSpPr>
          <p:cNvPr id="8" name="7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9" name="8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2FADFE-3B8F-471C-ABF0-DBC7717ECBBC}" type="slidenum">
              <a:rPr lang="es-ES" smtClean="0"/>
              <a:t>‹#›</a:t>
            </a:fld>
            <a:endParaRPr lang="es-E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ó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2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847CFC-816F-41D0-AAC0-9BF4FEBC753E}" type="datetimeFigureOut">
              <a:rPr lang="es-ES" smtClean="0"/>
              <a:t>20/03/2023</a:t>
            </a:fld>
            <a:endParaRPr lang="es-ES"/>
          </a:p>
        </p:txBody>
      </p:sp>
      <p:sp>
        <p:nvSpPr>
          <p:cNvPr id="4" name="3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5" name="4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2FADFE-3B8F-471C-ABF0-DBC7717ECBBC}" type="slidenum">
              <a:rPr lang="es-ES" smtClean="0"/>
              <a:t>‹#›</a:t>
            </a:fld>
            <a:endParaRPr lang="es-E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847CFC-816F-41D0-AAC0-9BF4FEBC753E}" type="datetimeFigureOut">
              <a:rPr lang="es-ES" smtClean="0"/>
              <a:t>20/03/2023</a:t>
            </a:fld>
            <a:endParaRPr lang="es-ES"/>
          </a:p>
        </p:txBody>
      </p:sp>
      <p:sp>
        <p:nvSpPr>
          <p:cNvPr id="3" name="2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2FADFE-3B8F-471C-ABF0-DBC7717ECBBC}" type="slidenum">
              <a:rPr lang="es-ES" smtClean="0"/>
              <a:t>‹#›</a:t>
            </a:fld>
            <a:endParaRPr lang="es-E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3 Marcador de texto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847CFC-816F-41D0-AAC0-9BF4FEBC753E}" type="datetimeFigureOut">
              <a:rPr lang="es-ES" smtClean="0"/>
              <a:t>20/03/2023</a:t>
            </a:fld>
            <a:endParaRPr lang="es-ES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2FADFE-3B8F-471C-ABF0-DBC7717ECBBC}" type="slidenum">
              <a:rPr lang="es-ES" smtClean="0"/>
              <a:t>‹#›</a:t>
            </a:fld>
            <a:endParaRPr lang="es-E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2 Marcador de posición de imagen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ES"/>
          </a:p>
        </p:txBody>
      </p:sp>
      <p:sp>
        <p:nvSpPr>
          <p:cNvPr id="4" name="3 Marcador de texto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847CFC-816F-41D0-AAC0-9BF4FEBC753E}" type="datetimeFigureOut">
              <a:rPr lang="es-ES" smtClean="0"/>
              <a:t>20/03/2023</a:t>
            </a:fld>
            <a:endParaRPr lang="es-ES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2FADFE-3B8F-471C-ABF0-DBC7717ECBBC}" type="slidenum">
              <a:rPr lang="es-ES" smtClean="0"/>
              <a:t>‹#›</a:t>
            </a:fld>
            <a:endParaRPr lang="es-E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2 Marcador de texto vertical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847CFC-816F-41D0-AAC0-9BF4FEBC753E}" type="datetimeFigureOut">
              <a:rPr lang="es-ES" smtClean="0"/>
              <a:t>20/03/2023</a:t>
            </a:fld>
            <a:endParaRPr lang="es-ES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2FADFE-3B8F-471C-ABF0-DBC7717ECBBC}" type="slidenum">
              <a:rPr lang="es-ES" smtClean="0"/>
              <a:t>‹#›</a:t>
            </a:fld>
            <a:endParaRPr lang="es-E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 vertical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2 Marcador de texto vertical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847CFC-816F-41D0-AAC0-9BF4FEBC753E}" type="datetimeFigureOut">
              <a:rPr lang="es-ES" smtClean="0"/>
              <a:t>20/03/2023</a:t>
            </a:fld>
            <a:endParaRPr lang="es-ES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2FADFE-3B8F-471C-ABF0-DBC7717ECBBC}" type="slidenum">
              <a:rPr lang="es-ES" smtClean="0"/>
              <a:t>‹#›</a:t>
            </a:fld>
            <a:endParaRPr lang="es-E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7 Título"/>
          <p:cNvSpPr>
            <a:spLocks noGrp="1"/>
          </p:cNvSpPr>
          <p:nvPr>
            <p:ph type="ctrTitle"/>
          </p:nvPr>
        </p:nvSpPr>
        <p:spPr>
          <a:xfrm>
            <a:off x="1219200" y="3886200"/>
            <a:ext cx="6858000" cy="990600"/>
          </a:xfrm>
        </p:spPr>
        <p:txBody>
          <a:bodyPr anchor="t" anchorCtr="0"/>
          <a:lstStyle>
            <a:lvl1pPr algn="r">
              <a:defRPr sz="2400">
                <a:solidFill>
                  <a:schemeClr val="tx1"/>
                </a:solidFill>
              </a:defRPr>
            </a:lvl1pPr>
          </a:lstStyle>
          <a:p>
            <a:r>
              <a:rPr kumimoji="0" lang="es-ES"/>
              <a:t>Haga clic para modificar el estilo de título del patrón</a:t>
            </a:r>
            <a:endParaRPr kumimoji="0" lang="en-US"/>
          </a:p>
        </p:txBody>
      </p:sp>
      <p:sp>
        <p:nvSpPr>
          <p:cNvPr id="9" name="8 Subtítulo"/>
          <p:cNvSpPr>
            <a:spLocks noGrp="1"/>
          </p:cNvSpPr>
          <p:nvPr>
            <p:ph type="subTitle" idx="1"/>
          </p:nvPr>
        </p:nvSpPr>
        <p:spPr>
          <a:xfrm>
            <a:off x="1219200" y="5124450"/>
            <a:ext cx="6858000" cy="533400"/>
          </a:xfrm>
        </p:spPr>
        <p:txBody>
          <a:bodyPr/>
          <a:lstStyle>
            <a:lvl1pPr marL="0" indent="0" algn="r">
              <a:buNone/>
              <a:defRPr sz="15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marL="342900" indent="0" algn="ctr">
              <a:buNone/>
            </a:lvl2pPr>
            <a:lvl3pPr marL="685800" indent="0" algn="ctr">
              <a:buNone/>
            </a:lvl3pPr>
            <a:lvl4pPr marL="1028700" indent="0" algn="ctr">
              <a:buNone/>
            </a:lvl4pPr>
            <a:lvl5pPr marL="1371600" indent="0" algn="ctr">
              <a:buNone/>
            </a:lvl5pPr>
            <a:lvl6pPr marL="1714500" indent="0" algn="ctr">
              <a:buNone/>
            </a:lvl6pPr>
            <a:lvl7pPr marL="2057400" indent="0" algn="ctr">
              <a:buNone/>
            </a:lvl7pPr>
            <a:lvl8pPr marL="2400300" indent="0" algn="ctr">
              <a:buNone/>
            </a:lvl8pPr>
            <a:lvl9pPr marL="2743200" indent="0" algn="ctr">
              <a:buNone/>
            </a:lvl9pPr>
          </a:lstStyle>
          <a:p>
            <a:r>
              <a:rPr kumimoji="0" lang="es-ES"/>
              <a:t>Haga clic para modificar el estilo de subtítulo del patrón</a:t>
            </a:r>
            <a:endParaRPr kumimoji="0" lang="en-US"/>
          </a:p>
        </p:txBody>
      </p:sp>
      <p:sp>
        <p:nvSpPr>
          <p:cNvPr id="28" name="27 Marcador de fecha"/>
          <p:cNvSpPr>
            <a:spLocks noGrp="1"/>
          </p:cNvSpPr>
          <p:nvPr>
            <p:ph type="dt" sz="half" idx="10"/>
          </p:nvPr>
        </p:nvSpPr>
        <p:spPr>
          <a:xfrm>
            <a:off x="6400800" y="6355080"/>
            <a:ext cx="2286000" cy="365760"/>
          </a:xfrm>
        </p:spPr>
        <p:txBody>
          <a:bodyPr/>
          <a:lstStyle>
            <a:lvl1pPr>
              <a:defRPr sz="1050"/>
            </a:lvl1pPr>
          </a:lstStyle>
          <a:p>
            <a:fld id="{ACDF6120-F1F0-4C60-9FE9-39AC71A9C79D}" type="datetimeFigureOut">
              <a:rPr lang="en-US" smtClean="0"/>
              <a:pPr/>
              <a:t>3/20/2023</a:t>
            </a:fld>
            <a:endParaRPr lang="en-US" sz="1200" dirty="0"/>
          </a:p>
        </p:txBody>
      </p:sp>
      <p:sp>
        <p:nvSpPr>
          <p:cNvPr id="17" name="16 Marcador de pie de página"/>
          <p:cNvSpPr>
            <a:spLocks noGrp="1"/>
          </p:cNvSpPr>
          <p:nvPr>
            <p:ph type="ftr" sz="quarter" idx="11"/>
          </p:nvPr>
        </p:nvSpPr>
        <p:spPr>
          <a:xfrm>
            <a:off x="2898648" y="6355080"/>
            <a:ext cx="3474720" cy="365760"/>
          </a:xfrm>
        </p:spPr>
        <p:txBody>
          <a:bodyPr/>
          <a:lstStyle/>
          <a:p>
            <a:pPr>
              <a:defRPr/>
            </a:pPr>
            <a:r>
              <a:rPr lang="es-CO"/>
              <a:t>Diplomado en Desarrollo de Aplicaciones para Internet 2008</a:t>
            </a:r>
            <a:endParaRPr lang="es-ES" dirty="0"/>
          </a:p>
        </p:txBody>
      </p:sp>
      <p:sp>
        <p:nvSpPr>
          <p:cNvPr id="29" name="28 Marcador de número de diapositiva"/>
          <p:cNvSpPr>
            <a:spLocks noGrp="1"/>
          </p:cNvSpPr>
          <p:nvPr>
            <p:ph type="sldNum" sz="quarter" idx="12"/>
          </p:nvPr>
        </p:nvSpPr>
        <p:spPr>
          <a:xfrm>
            <a:off x="1216152" y="6355080"/>
            <a:ext cx="1219200" cy="365760"/>
          </a:xfrm>
        </p:spPr>
        <p:txBody>
          <a:bodyPr/>
          <a:lstStyle/>
          <a:p>
            <a:pPr>
              <a:defRPr/>
            </a:pPr>
            <a:r>
              <a:rPr lang="es-ES"/>
              <a:t>Módulo: &lt;modulo&gt; Autor: &lt;Autor&gt; . No.</a:t>
            </a:r>
            <a:fld id="{A44E33E1-B22B-49F7-B763-F53C4F8A1B9D}" type="slidenum">
              <a:rPr lang="es-ES" smtClean="0"/>
              <a:pPr>
                <a:defRPr/>
              </a:pPr>
              <a:t>‹#›</a:t>
            </a:fld>
            <a:endParaRPr lang="es-ES"/>
          </a:p>
        </p:txBody>
      </p:sp>
      <p:sp>
        <p:nvSpPr>
          <p:cNvPr id="21" name="20 Rectángulo"/>
          <p:cNvSpPr/>
          <p:nvPr/>
        </p:nvSpPr>
        <p:spPr>
          <a:xfrm>
            <a:off x="904875" y="3648075"/>
            <a:ext cx="7315200" cy="1280160"/>
          </a:xfrm>
          <a:prstGeom prst="rect">
            <a:avLst/>
          </a:prstGeom>
          <a:noFill/>
          <a:ln w="6350" cap="rnd" cmpd="sng" algn="ctr">
            <a:solidFill>
              <a:schemeClr val="accent1"/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350"/>
          </a:p>
        </p:txBody>
      </p:sp>
      <p:sp>
        <p:nvSpPr>
          <p:cNvPr id="33" name="32 Rectángulo"/>
          <p:cNvSpPr/>
          <p:nvPr/>
        </p:nvSpPr>
        <p:spPr>
          <a:xfrm>
            <a:off x="914400" y="5048250"/>
            <a:ext cx="7315200" cy="685800"/>
          </a:xfrm>
          <a:prstGeom prst="rect">
            <a:avLst/>
          </a:prstGeom>
          <a:noFill/>
          <a:ln w="6350" cap="rnd" cmpd="sng" algn="ctr">
            <a:solidFill>
              <a:schemeClr val="accent2"/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350"/>
          </a:p>
        </p:txBody>
      </p:sp>
      <p:sp>
        <p:nvSpPr>
          <p:cNvPr id="22" name="21 Rectángulo"/>
          <p:cNvSpPr/>
          <p:nvPr/>
        </p:nvSpPr>
        <p:spPr>
          <a:xfrm>
            <a:off x="904875" y="3648075"/>
            <a:ext cx="228600" cy="1280160"/>
          </a:xfrm>
          <a:prstGeom prst="rect">
            <a:avLst/>
          </a:prstGeom>
          <a:solidFill>
            <a:schemeClr val="accent1"/>
          </a:solidFill>
          <a:ln w="635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350"/>
          </a:p>
        </p:txBody>
      </p:sp>
      <p:sp>
        <p:nvSpPr>
          <p:cNvPr id="32" name="31 Rectángulo"/>
          <p:cNvSpPr/>
          <p:nvPr/>
        </p:nvSpPr>
        <p:spPr>
          <a:xfrm>
            <a:off x="914400" y="5048250"/>
            <a:ext cx="228600" cy="685800"/>
          </a:xfrm>
          <a:prstGeom prst="rect">
            <a:avLst/>
          </a:prstGeom>
          <a:solidFill>
            <a:schemeClr val="accent2"/>
          </a:solidFill>
          <a:ln w="635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350"/>
          </a:p>
        </p:txBody>
      </p:sp>
    </p:spTree>
    <p:extLst>
      <p:ext uri="{BB962C8B-B14F-4D97-AF65-F5344CB8AC3E}">
        <p14:creationId xmlns:p14="http://schemas.microsoft.com/office/powerpoint/2010/main" val="416901715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s-ES"/>
              <a:t>Haga clic para modificar el estilo de título del patrón</a:t>
            </a:r>
            <a:endParaRPr kumimoji="0" lang="en-US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DF6120-F1F0-4C60-9FE9-39AC71A9C79D}" type="datetimeFigureOut">
              <a:rPr lang="en-US" smtClean="0"/>
              <a:pPr/>
              <a:t>3/20/2023</a:t>
            </a:fld>
            <a:endParaRPr lang="en-US" dirty="0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s-ES"/>
              <a:t>Diplomado en Desarrollo de Aplicaciones para Internet 2008</a:t>
            </a:r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‹#›</a:t>
            </a:fld>
            <a:endParaRPr kumimoji="0" lang="en-US" dirty="0"/>
          </a:p>
        </p:txBody>
      </p:sp>
      <p:sp>
        <p:nvSpPr>
          <p:cNvPr id="8" name="7 Marcador de contenido"/>
          <p:cNvSpPr>
            <a:spLocks noGrp="1"/>
          </p:cNvSpPr>
          <p:nvPr>
            <p:ph sz="quarter" idx="1"/>
          </p:nvPr>
        </p:nvSpPr>
        <p:spPr>
          <a:xfrm>
            <a:off x="457200" y="1219200"/>
            <a:ext cx="8229600" cy="4937760"/>
          </a:xfrm>
        </p:spPr>
        <p:txBody>
          <a:bodyPr/>
          <a:lstStyle/>
          <a:p>
            <a:pPr lvl="0" eaLnBrk="1" latinLnBrk="0" hangingPunct="1"/>
            <a:r>
              <a:rPr lang="es-ES"/>
              <a:t>Haga clic para modificar el estilo de texto del patrón</a:t>
            </a:r>
          </a:p>
          <a:p>
            <a:pPr lvl="1" eaLnBrk="1" latinLnBrk="0" hangingPunct="1"/>
            <a:r>
              <a:rPr lang="es-ES"/>
              <a:t>Segundo nivel</a:t>
            </a:r>
          </a:p>
          <a:p>
            <a:pPr lvl="2" eaLnBrk="1" latinLnBrk="0" hangingPunct="1"/>
            <a:r>
              <a:rPr lang="es-ES"/>
              <a:t>Tercer nivel</a:t>
            </a:r>
          </a:p>
          <a:p>
            <a:pPr lvl="3" eaLnBrk="1" latinLnBrk="0" hangingPunct="1"/>
            <a:r>
              <a:rPr lang="es-ES"/>
              <a:t>Cuarto nivel</a:t>
            </a:r>
          </a:p>
          <a:p>
            <a:pPr lvl="4" eaLnBrk="1" latinLnBrk="0" hangingPunct="1"/>
            <a:r>
              <a:rPr lang="es-ES"/>
              <a:t>Quinto nivel</a:t>
            </a:r>
            <a:endParaRPr kumimoji="0" lang="en-US"/>
          </a:p>
        </p:txBody>
      </p:sp>
    </p:spTree>
    <p:extLst>
      <p:ext uri="{BB962C8B-B14F-4D97-AF65-F5344CB8AC3E}">
        <p14:creationId xmlns:p14="http://schemas.microsoft.com/office/powerpoint/2010/main" val="338875593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Encabezado de sección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1219200" y="2971800"/>
            <a:ext cx="6858000" cy="1066800"/>
          </a:xfrm>
        </p:spPr>
        <p:txBody>
          <a:bodyPr anchor="t" anchorCtr="0"/>
          <a:lstStyle>
            <a:lvl1pPr algn="r">
              <a:buNone/>
              <a:defRPr sz="2400" b="0" cap="none" baseline="0"/>
            </a:lvl1pPr>
          </a:lstStyle>
          <a:p>
            <a:r>
              <a:rPr kumimoji="0" lang="es-ES"/>
              <a:t>Haga clic para modificar el estilo de título del patrón</a:t>
            </a:r>
            <a:endParaRPr kumimoji="0" lang="en-US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1295400" y="4267200"/>
            <a:ext cx="6781800" cy="1143000"/>
          </a:xfrm>
        </p:spPr>
        <p:txBody>
          <a:bodyPr anchor="t" anchorCtr="0"/>
          <a:lstStyle>
            <a:lvl1pPr marL="0" indent="0" algn="r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es-ES"/>
              <a:t>Haga clic para modificar el estilo de texto del patrón</a:t>
            </a:r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>
          <a:xfrm>
            <a:off x="6400800" y="6355080"/>
            <a:ext cx="2286000" cy="365760"/>
          </a:xfrm>
        </p:spPr>
        <p:txBody>
          <a:bodyPr/>
          <a:lstStyle/>
          <a:p>
            <a:fld id="{ACDF6120-F1F0-4C60-9FE9-39AC71A9C79D}" type="datetimeFigureOut">
              <a:rPr lang="en-US" smtClean="0"/>
              <a:pPr/>
              <a:t>3/20/2023</a:t>
            </a:fld>
            <a:endParaRPr lang="en-US" dirty="0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>
          <a:xfrm>
            <a:off x="2898648" y="6355080"/>
            <a:ext cx="3474720" cy="365760"/>
          </a:xfrm>
        </p:spPr>
        <p:txBody>
          <a:bodyPr/>
          <a:lstStyle/>
          <a:p>
            <a:pPr>
              <a:defRPr/>
            </a:pPr>
            <a:r>
              <a:rPr lang="es-CO"/>
              <a:t>Diplomado en Desarrollo de Aplicaciones para Internet 2008</a:t>
            </a:r>
            <a:endParaRPr lang="es-ES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>
          <a:xfrm>
            <a:off x="1069848" y="6355080"/>
            <a:ext cx="1520952" cy="365760"/>
          </a:xfrm>
        </p:spPr>
        <p:txBody>
          <a:bodyPr/>
          <a:lstStyle/>
          <a:p>
            <a:fld id="{EA7C8D44-3667-46F6-9772-CC52308E2A7F}" type="slidenum">
              <a:rPr kumimoji="0" lang="en-US" smtClean="0"/>
              <a:pPr/>
              <a:t>‹#›</a:t>
            </a:fld>
            <a:endParaRPr kumimoji="0" lang="en-US" dirty="0"/>
          </a:p>
        </p:txBody>
      </p:sp>
      <p:sp>
        <p:nvSpPr>
          <p:cNvPr id="7" name="6 Rectángulo"/>
          <p:cNvSpPr/>
          <p:nvPr/>
        </p:nvSpPr>
        <p:spPr>
          <a:xfrm>
            <a:off x="914400" y="2819400"/>
            <a:ext cx="7315200" cy="1280160"/>
          </a:xfrm>
          <a:prstGeom prst="rect">
            <a:avLst/>
          </a:prstGeom>
          <a:noFill/>
          <a:ln w="6350" cap="rnd" cmpd="sng" algn="ctr">
            <a:solidFill>
              <a:schemeClr val="accent1"/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350"/>
          </a:p>
        </p:txBody>
      </p:sp>
      <p:sp>
        <p:nvSpPr>
          <p:cNvPr id="8" name="7 Rectángulo"/>
          <p:cNvSpPr/>
          <p:nvPr/>
        </p:nvSpPr>
        <p:spPr>
          <a:xfrm>
            <a:off x="914400" y="2819400"/>
            <a:ext cx="228600" cy="1280160"/>
          </a:xfrm>
          <a:prstGeom prst="rect">
            <a:avLst/>
          </a:prstGeom>
          <a:solidFill>
            <a:schemeClr val="accent1"/>
          </a:solidFill>
          <a:ln w="635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350"/>
          </a:p>
        </p:txBody>
      </p:sp>
    </p:spTree>
    <p:extLst>
      <p:ext uri="{BB962C8B-B14F-4D97-AF65-F5344CB8AC3E}">
        <p14:creationId xmlns:p14="http://schemas.microsoft.com/office/powerpoint/2010/main" val="279866255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hf sldNum="0" hd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457200" y="228600"/>
            <a:ext cx="8229600" cy="914400"/>
          </a:xfrm>
        </p:spPr>
        <p:txBody>
          <a:bodyPr/>
          <a:lstStyle/>
          <a:p>
            <a:r>
              <a:rPr kumimoji="0" lang="es-ES"/>
              <a:t>Haga clic para modificar el estilo de título del patrón</a:t>
            </a:r>
            <a:endParaRPr kumimoji="0" lang="en-US"/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DF6120-F1F0-4C60-9FE9-39AC71A9C79D}" type="datetimeFigureOut">
              <a:rPr lang="en-US" smtClean="0"/>
              <a:pPr/>
              <a:t>3/20/2023</a:t>
            </a:fld>
            <a:endParaRPr lang="en-US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s-CO"/>
              <a:t>Diplomado en Desarrollo de Aplicaciones para Internet 2008</a:t>
            </a:r>
            <a:endParaRPr lang="es-ES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‹#›</a:t>
            </a:fld>
            <a:endParaRPr kumimoji="0" lang="en-US"/>
          </a:p>
        </p:txBody>
      </p:sp>
      <p:sp>
        <p:nvSpPr>
          <p:cNvPr id="9" name="8 Marcador de contenido"/>
          <p:cNvSpPr>
            <a:spLocks noGrp="1"/>
          </p:cNvSpPr>
          <p:nvPr>
            <p:ph sz="quarter" idx="1"/>
          </p:nvPr>
        </p:nvSpPr>
        <p:spPr>
          <a:xfrm>
            <a:off x="457200" y="1219200"/>
            <a:ext cx="4041648" cy="4937760"/>
          </a:xfrm>
        </p:spPr>
        <p:txBody>
          <a:bodyPr/>
          <a:lstStyle/>
          <a:p>
            <a:pPr lvl="0" eaLnBrk="1" latinLnBrk="0" hangingPunct="1"/>
            <a:r>
              <a:rPr lang="es-ES"/>
              <a:t>Haga clic para modificar el estilo de texto del patrón</a:t>
            </a:r>
          </a:p>
          <a:p>
            <a:pPr lvl="1" eaLnBrk="1" latinLnBrk="0" hangingPunct="1"/>
            <a:r>
              <a:rPr lang="es-ES"/>
              <a:t>Segundo nivel</a:t>
            </a:r>
          </a:p>
          <a:p>
            <a:pPr lvl="2" eaLnBrk="1" latinLnBrk="0" hangingPunct="1"/>
            <a:r>
              <a:rPr lang="es-ES"/>
              <a:t>Tercer nivel</a:t>
            </a:r>
          </a:p>
          <a:p>
            <a:pPr lvl="3" eaLnBrk="1" latinLnBrk="0" hangingPunct="1"/>
            <a:r>
              <a:rPr lang="es-ES"/>
              <a:t>Cuarto nivel</a:t>
            </a:r>
          </a:p>
          <a:p>
            <a:pPr lvl="4" eaLnBrk="1" latinLnBrk="0" hangingPunct="1"/>
            <a:r>
              <a:rPr lang="es-ES"/>
              <a:t>Quinto nivel</a:t>
            </a:r>
            <a:endParaRPr kumimoji="0" lang="en-US"/>
          </a:p>
        </p:txBody>
      </p:sp>
      <p:sp>
        <p:nvSpPr>
          <p:cNvPr id="11" name="10 Marcador de contenido"/>
          <p:cNvSpPr>
            <a:spLocks noGrp="1"/>
          </p:cNvSpPr>
          <p:nvPr>
            <p:ph sz="quarter" idx="2"/>
          </p:nvPr>
        </p:nvSpPr>
        <p:spPr>
          <a:xfrm>
            <a:off x="4632198" y="1216152"/>
            <a:ext cx="4041648" cy="4937760"/>
          </a:xfrm>
        </p:spPr>
        <p:txBody>
          <a:bodyPr/>
          <a:lstStyle/>
          <a:p>
            <a:pPr lvl="0" eaLnBrk="1" latinLnBrk="0" hangingPunct="1"/>
            <a:r>
              <a:rPr lang="es-ES"/>
              <a:t>Haga clic para modificar el estilo de texto del patrón</a:t>
            </a:r>
          </a:p>
          <a:p>
            <a:pPr lvl="1" eaLnBrk="1" latinLnBrk="0" hangingPunct="1"/>
            <a:r>
              <a:rPr lang="es-ES"/>
              <a:t>Segundo nivel</a:t>
            </a:r>
          </a:p>
          <a:p>
            <a:pPr lvl="2" eaLnBrk="1" latinLnBrk="0" hangingPunct="1"/>
            <a:r>
              <a:rPr lang="es-ES"/>
              <a:t>Tercer nivel</a:t>
            </a:r>
          </a:p>
          <a:p>
            <a:pPr lvl="3" eaLnBrk="1" latinLnBrk="0" hangingPunct="1"/>
            <a:r>
              <a:rPr lang="es-ES"/>
              <a:t>Cuarto nivel</a:t>
            </a:r>
          </a:p>
          <a:p>
            <a:pPr lvl="4" eaLnBrk="1" latinLnBrk="0" hangingPunct="1"/>
            <a:r>
              <a:rPr lang="es-ES"/>
              <a:t>Quinto nivel</a:t>
            </a:r>
            <a:endParaRPr kumimoji="0" lang="en-US"/>
          </a:p>
        </p:txBody>
      </p:sp>
    </p:spTree>
    <p:extLst>
      <p:ext uri="{BB962C8B-B14F-4D97-AF65-F5344CB8AC3E}">
        <p14:creationId xmlns:p14="http://schemas.microsoft.com/office/powerpoint/2010/main" val="4086475655"/>
      </p:ext>
    </p:extLst>
  </p:cSld>
  <p:clrMapOvr>
    <a:masterClrMapping/>
  </p:clrMapOvr>
  <p:hf sldNum="0" hdr="0" dt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457200" y="228600"/>
            <a:ext cx="8229600" cy="914400"/>
          </a:xfrm>
        </p:spPr>
        <p:txBody>
          <a:bodyPr anchor="ctr"/>
          <a:lstStyle>
            <a:lvl1pPr>
              <a:defRPr/>
            </a:lvl1pPr>
          </a:lstStyle>
          <a:p>
            <a:r>
              <a:rPr kumimoji="0" lang="es-ES"/>
              <a:t>Haga clic para modificar el estilo de título del patrón</a:t>
            </a:r>
            <a:endParaRPr kumimoji="0" lang="en-US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457200" y="1285875"/>
            <a:ext cx="4040188" cy="685800"/>
          </a:xfrm>
          <a:noFill/>
          <a:ln>
            <a:noFill/>
          </a:ln>
        </p:spPr>
        <p:txBody>
          <a:bodyPr lIns="91440" anchor="b" anchorCtr="0">
            <a:noAutofit/>
          </a:bodyPr>
          <a:lstStyle>
            <a:lvl1pPr marL="0" indent="0">
              <a:buNone/>
              <a:defRPr sz="1800" b="1">
                <a:solidFill>
                  <a:schemeClr val="accent2"/>
                </a:solidFill>
              </a:defRPr>
            </a:lvl1pPr>
            <a:lvl2pPr>
              <a:buNone/>
              <a:defRPr sz="1500" b="1"/>
            </a:lvl2pPr>
            <a:lvl3pPr>
              <a:buNone/>
              <a:defRPr sz="1350" b="1"/>
            </a:lvl3pPr>
            <a:lvl4pPr>
              <a:buNone/>
              <a:defRPr sz="1200" b="1"/>
            </a:lvl4pPr>
            <a:lvl5pPr>
              <a:buNone/>
              <a:defRPr sz="1200" b="1"/>
            </a:lvl5pPr>
          </a:lstStyle>
          <a:p>
            <a:pPr lvl="0" eaLnBrk="1" latinLnBrk="0" hangingPunct="1"/>
            <a:r>
              <a:rPr kumimoji="0" lang="es-ES"/>
              <a:t>Haga clic para modificar el estilo de texto del patrón</a:t>
            </a:r>
          </a:p>
        </p:txBody>
      </p:sp>
      <p:sp>
        <p:nvSpPr>
          <p:cNvPr id="4" name="3 Marcador de texto"/>
          <p:cNvSpPr>
            <a:spLocks noGrp="1"/>
          </p:cNvSpPr>
          <p:nvPr>
            <p:ph type="body" sz="half" idx="3"/>
          </p:nvPr>
        </p:nvSpPr>
        <p:spPr>
          <a:xfrm>
            <a:off x="4648201" y="1295400"/>
            <a:ext cx="4041775" cy="685800"/>
          </a:xfrm>
          <a:noFill/>
          <a:ln>
            <a:noFill/>
          </a:ln>
        </p:spPr>
        <p:txBody>
          <a:bodyPr lIns="91440" anchor="b" anchorCtr="0"/>
          <a:lstStyle>
            <a:lvl1pPr marL="0" indent="0">
              <a:buNone/>
              <a:defRPr sz="1800" b="1">
                <a:solidFill>
                  <a:schemeClr val="accent2"/>
                </a:solidFill>
              </a:defRPr>
            </a:lvl1pPr>
            <a:lvl2pPr>
              <a:buNone/>
              <a:defRPr sz="1500" b="1"/>
            </a:lvl2pPr>
            <a:lvl3pPr>
              <a:buNone/>
              <a:defRPr sz="1350" b="1"/>
            </a:lvl3pPr>
            <a:lvl4pPr>
              <a:buNone/>
              <a:defRPr sz="1200" b="1"/>
            </a:lvl4pPr>
            <a:lvl5pPr>
              <a:buNone/>
              <a:defRPr sz="1200" b="1"/>
            </a:lvl5pPr>
          </a:lstStyle>
          <a:p>
            <a:pPr lvl="0" eaLnBrk="1" latinLnBrk="0" hangingPunct="1"/>
            <a:r>
              <a:rPr kumimoji="0" lang="es-ES"/>
              <a:t>Haga clic para modificar el estilo de texto del patrón</a:t>
            </a:r>
          </a:p>
        </p:txBody>
      </p:sp>
      <p:sp>
        <p:nvSpPr>
          <p:cNvPr id="7" name="6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DF6120-F1F0-4C60-9FE9-39AC71A9C79D}" type="datetimeFigureOut">
              <a:rPr lang="en-US" smtClean="0"/>
              <a:pPr/>
              <a:t>3/20/2023</a:t>
            </a:fld>
            <a:endParaRPr lang="en-US"/>
          </a:p>
        </p:txBody>
      </p:sp>
      <p:sp>
        <p:nvSpPr>
          <p:cNvPr id="8" name="7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s-CO"/>
              <a:t>Diplomado en Desarrollo de Aplicaciones para Internet 2008</a:t>
            </a:r>
            <a:endParaRPr lang="es-ES"/>
          </a:p>
        </p:txBody>
      </p:sp>
      <p:sp>
        <p:nvSpPr>
          <p:cNvPr id="9" name="8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‹#›</a:t>
            </a:fld>
            <a:endParaRPr kumimoji="0" lang="en-US"/>
          </a:p>
        </p:txBody>
      </p:sp>
      <p:sp>
        <p:nvSpPr>
          <p:cNvPr id="11" name="10 Marcador de contenido"/>
          <p:cNvSpPr>
            <a:spLocks noGrp="1"/>
          </p:cNvSpPr>
          <p:nvPr>
            <p:ph sz="quarter" idx="2"/>
          </p:nvPr>
        </p:nvSpPr>
        <p:spPr>
          <a:xfrm>
            <a:off x="457200" y="2133600"/>
            <a:ext cx="4038600" cy="4038600"/>
          </a:xfrm>
        </p:spPr>
        <p:txBody>
          <a:bodyPr/>
          <a:lstStyle/>
          <a:p>
            <a:pPr lvl="0" eaLnBrk="1" latinLnBrk="0" hangingPunct="1"/>
            <a:r>
              <a:rPr lang="es-ES"/>
              <a:t>Haga clic para modificar el estilo de texto del patrón</a:t>
            </a:r>
          </a:p>
          <a:p>
            <a:pPr lvl="1" eaLnBrk="1" latinLnBrk="0" hangingPunct="1"/>
            <a:r>
              <a:rPr lang="es-ES"/>
              <a:t>Segundo nivel</a:t>
            </a:r>
          </a:p>
          <a:p>
            <a:pPr lvl="2" eaLnBrk="1" latinLnBrk="0" hangingPunct="1"/>
            <a:r>
              <a:rPr lang="es-ES"/>
              <a:t>Tercer nivel</a:t>
            </a:r>
          </a:p>
          <a:p>
            <a:pPr lvl="3" eaLnBrk="1" latinLnBrk="0" hangingPunct="1"/>
            <a:r>
              <a:rPr lang="es-ES"/>
              <a:t>Cuarto nivel</a:t>
            </a:r>
          </a:p>
          <a:p>
            <a:pPr lvl="4" eaLnBrk="1" latinLnBrk="0" hangingPunct="1"/>
            <a:r>
              <a:rPr lang="es-ES"/>
              <a:t>Quinto nivel</a:t>
            </a:r>
            <a:endParaRPr kumimoji="0" lang="en-US"/>
          </a:p>
        </p:txBody>
      </p:sp>
      <p:sp>
        <p:nvSpPr>
          <p:cNvPr id="13" name="12 Marcador de contenido"/>
          <p:cNvSpPr>
            <a:spLocks noGrp="1"/>
          </p:cNvSpPr>
          <p:nvPr>
            <p:ph sz="quarter" idx="4"/>
          </p:nvPr>
        </p:nvSpPr>
        <p:spPr>
          <a:xfrm>
            <a:off x="4648200" y="2133600"/>
            <a:ext cx="4038600" cy="4038600"/>
          </a:xfrm>
        </p:spPr>
        <p:txBody>
          <a:bodyPr/>
          <a:lstStyle/>
          <a:p>
            <a:pPr lvl="0" eaLnBrk="1" latinLnBrk="0" hangingPunct="1"/>
            <a:r>
              <a:rPr lang="es-ES"/>
              <a:t>Haga clic para modificar el estilo de texto del patrón</a:t>
            </a:r>
          </a:p>
          <a:p>
            <a:pPr lvl="1" eaLnBrk="1" latinLnBrk="0" hangingPunct="1"/>
            <a:r>
              <a:rPr lang="es-ES"/>
              <a:t>Segundo nivel</a:t>
            </a:r>
          </a:p>
          <a:p>
            <a:pPr lvl="2" eaLnBrk="1" latinLnBrk="0" hangingPunct="1"/>
            <a:r>
              <a:rPr lang="es-ES"/>
              <a:t>Tercer nivel</a:t>
            </a:r>
          </a:p>
          <a:p>
            <a:pPr lvl="3" eaLnBrk="1" latinLnBrk="0" hangingPunct="1"/>
            <a:r>
              <a:rPr lang="es-ES"/>
              <a:t>Cuarto nivel</a:t>
            </a:r>
          </a:p>
          <a:p>
            <a:pPr lvl="4" eaLnBrk="1" latinLnBrk="0" hangingPunct="1"/>
            <a:r>
              <a:rPr lang="es-ES"/>
              <a:t>Quinto nivel</a:t>
            </a:r>
            <a:endParaRPr kumimoji="0" lang="en-US"/>
          </a:p>
        </p:txBody>
      </p:sp>
    </p:spTree>
    <p:extLst>
      <p:ext uri="{BB962C8B-B14F-4D97-AF65-F5344CB8AC3E}">
        <p14:creationId xmlns:p14="http://schemas.microsoft.com/office/powerpoint/2010/main" val="1339303919"/>
      </p:ext>
    </p:extLst>
  </p:cSld>
  <p:clrMapOvr>
    <a:masterClrMapping/>
  </p:clrMapOvr>
  <p:hf sldNum="0" hdr="0" dt="0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ó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457200" y="228600"/>
            <a:ext cx="8229600" cy="914400"/>
          </a:xfrm>
        </p:spPr>
        <p:txBody>
          <a:bodyPr/>
          <a:lstStyle/>
          <a:p>
            <a:r>
              <a:rPr kumimoji="0" lang="es-ES"/>
              <a:t>Haga clic para modificar el estilo de título del patrón</a:t>
            </a:r>
            <a:endParaRPr kumimoji="0" lang="en-US"/>
          </a:p>
        </p:txBody>
      </p:sp>
      <p:sp>
        <p:nvSpPr>
          <p:cNvPr id="3" name="2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DF6120-F1F0-4C60-9FE9-39AC71A9C79D}" type="datetimeFigureOut">
              <a:rPr lang="en-US" smtClean="0"/>
              <a:pPr/>
              <a:t>3/20/2023</a:t>
            </a:fld>
            <a:endParaRPr lang="en-US"/>
          </a:p>
        </p:txBody>
      </p:sp>
      <p:sp>
        <p:nvSpPr>
          <p:cNvPr id="4" name="3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s-CO"/>
              <a:t>Diplomado en Desarrollo de Aplicaciones para Internet 2008</a:t>
            </a:r>
            <a:endParaRPr lang="es-ES"/>
          </a:p>
        </p:txBody>
      </p:sp>
      <p:sp>
        <p:nvSpPr>
          <p:cNvPr id="5" name="4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‹#›</a:t>
            </a:fld>
            <a:endParaRPr kumimoji="0" lang="en-US"/>
          </a:p>
        </p:txBody>
      </p:sp>
      <p:sp>
        <p:nvSpPr>
          <p:cNvPr id="6" name="5 Triángulo isósceles"/>
          <p:cNvSpPr>
            <a:spLocks noChangeAspect="1"/>
          </p:cNvSpPr>
          <p:nvPr/>
        </p:nvSpPr>
        <p:spPr>
          <a:xfrm rot="5400000">
            <a:off x="419101" y="6467476"/>
            <a:ext cx="190849" cy="120314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350"/>
          </a:p>
        </p:txBody>
      </p:sp>
    </p:spTree>
    <p:extLst>
      <p:ext uri="{BB962C8B-B14F-4D97-AF65-F5344CB8AC3E}">
        <p14:creationId xmlns:p14="http://schemas.microsoft.com/office/powerpoint/2010/main" val="3114955333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DF6120-F1F0-4C60-9FE9-39AC71A9C79D}" type="datetimeFigureOut">
              <a:rPr lang="en-US" smtClean="0"/>
              <a:pPr/>
              <a:t>3/20/2023</a:t>
            </a:fld>
            <a:endParaRPr lang="en-US"/>
          </a:p>
        </p:txBody>
      </p:sp>
      <p:sp>
        <p:nvSpPr>
          <p:cNvPr id="3" name="2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s-CO"/>
              <a:t>Diplomado en Desarrollo de Aplicaciones para Internet 2008</a:t>
            </a:r>
            <a:endParaRPr lang="es-ES"/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‹#›</a:t>
            </a:fld>
            <a:endParaRPr kumimoji="0" lang="en-US"/>
          </a:p>
        </p:txBody>
      </p:sp>
      <p:sp>
        <p:nvSpPr>
          <p:cNvPr id="5" name="4 Conector recto"/>
          <p:cNvSpPr>
            <a:spLocks noChangeShapeType="1"/>
          </p:cNvSpPr>
          <p:nvPr/>
        </p:nvSpPr>
        <p:spPr bwMode="auto">
          <a:xfrm>
            <a:off x="457200" y="6353175"/>
            <a:ext cx="82296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68580" tIns="34290" rIns="68580" bIns="34290" anchor="t" compatLnSpc="1"/>
          <a:lstStyle/>
          <a:p>
            <a:endParaRPr kumimoji="0" lang="en-US" sz="1350"/>
          </a:p>
        </p:txBody>
      </p:sp>
      <p:sp>
        <p:nvSpPr>
          <p:cNvPr id="6" name="5 Triángulo isósceles"/>
          <p:cNvSpPr>
            <a:spLocks noChangeAspect="1"/>
          </p:cNvSpPr>
          <p:nvPr/>
        </p:nvSpPr>
        <p:spPr>
          <a:xfrm rot="5400000">
            <a:off x="419101" y="6467476"/>
            <a:ext cx="190849" cy="120314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350"/>
          </a:p>
        </p:txBody>
      </p:sp>
    </p:spTree>
    <p:extLst>
      <p:ext uri="{BB962C8B-B14F-4D97-AF65-F5344CB8AC3E}">
        <p14:creationId xmlns:p14="http://schemas.microsoft.com/office/powerpoint/2010/main" val="597684246"/>
      </p:ext>
    </p:extLst>
  </p:cSld>
  <p:clrMapOvr>
    <a:masterClrMapping/>
  </p:clrMapOvr>
  <p:hf sldNum="0" hdr="0" dt="0"/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6324600" y="304800"/>
            <a:ext cx="2514600" cy="838200"/>
          </a:xfrm>
        </p:spPr>
        <p:txBody>
          <a:bodyPr anchor="b" anchorCtr="0">
            <a:noAutofit/>
          </a:bodyPr>
          <a:lstStyle>
            <a:lvl1pPr algn="l">
              <a:buNone/>
              <a:defRPr sz="1500" b="1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kumimoji="0" lang="es-ES"/>
              <a:t>Haga clic para modificar el estilo de título del patrón</a:t>
            </a:r>
            <a:endParaRPr kumimoji="0" lang="en-US"/>
          </a:p>
        </p:txBody>
      </p:sp>
      <p:sp>
        <p:nvSpPr>
          <p:cNvPr id="3" name="2 Marcador de texto"/>
          <p:cNvSpPr>
            <a:spLocks noGrp="1"/>
          </p:cNvSpPr>
          <p:nvPr>
            <p:ph type="body" idx="2"/>
          </p:nvPr>
        </p:nvSpPr>
        <p:spPr>
          <a:xfrm>
            <a:off x="6324600" y="1219202"/>
            <a:ext cx="2514600" cy="4843463"/>
          </a:xfrm>
        </p:spPr>
        <p:txBody>
          <a:bodyPr/>
          <a:lstStyle>
            <a:lvl1pPr marL="0" indent="0">
              <a:lnSpc>
                <a:spcPts val="1650"/>
              </a:lnSpc>
              <a:spcAft>
                <a:spcPts val="750"/>
              </a:spcAft>
              <a:buNone/>
              <a:defRPr sz="1200">
                <a:solidFill>
                  <a:schemeClr val="tx2"/>
                </a:solidFill>
              </a:defRPr>
            </a:lvl1pPr>
            <a:lvl2pPr>
              <a:buNone/>
              <a:defRPr sz="900"/>
            </a:lvl2pPr>
            <a:lvl3pPr>
              <a:buNone/>
              <a:defRPr sz="750"/>
            </a:lvl3pPr>
            <a:lvl4pPr>
              <a:buNone/>
              <a:defRPr sz="675"/>
            </a:lvl4pPr>
            <a:lvl5pPr>
              <a:buNone/>
              <a:defRPr sz="675"/>
            </a:lvl5pPr>
          </a:lstStyle>
          <a:p>
            <a:pPr lvl="0" eaLnBrk="1" latinLnBrk="0" hangingPunct="1"/>
            <a:r>
              <a:rPr kumimoji="0" lang="es-ES"/>
              <a:t>Haga clic para modificar el estilo de texto del patrón</a:t>
            </a:r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DF6120-F1F0-4C60-9FE9-39AC71A9C79D}" type="datetimeFigureOut">
              <a:rPr lang="en-US" smtClean="0"/>
              <a:pPr/>
              <a:t>3/20/2023</a:t>
            </a:fld>
            <a:endParaRPr lang="en-US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s-CO"/>
              <a:t>Diplomado en Desarrollo de Aplicaciones para Internet 2008</a:t>
            </a:r>
            <a:endParaRPr lang="es-ES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‹#›</a:t>
            </a:fld>
            <a:endParaRPr kumimoji="0" lang="en-US"/>
          </a:p>
        </p:txBody>
      </p:sp>
      <p:sp>
        <p:nvSpPr>
          <p:cNvPr id="8" name="7 Conector recto"/>
          <p:cNvSpPr>
            <a:spLocks noChangeShapeType="1"/>
          </p:cNvSpPr>
          <p:nvPr/>
        </p:nvSpPr>
        <p:spPr bwMode="auto">
          <a:xfrm>
            <a:off x="457200" y="6353175"/>
            <a:ext cx="82296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68580" tIns="34290" rIns="68580" bIns="34290" anchor="t" compatLnSpc="1"/>
          <a:lstStyle/>
          <a:p>
            <a:endParaRPr kumimoji="0" lang="en-US" sz="1350"/>
          </a:p>
        </p:txBody>
      </p:sp>
      <p:sp>
        <p:nvSpPr>
          <p:cNvPr id="10" name="9 Conector recto"/>
          <p:cNvSpPr>
            <a:spLocks noChangeShapeType="1"/>
          </p:cNvSpPr>
          <p:nvPr/>
        </p:nvSpPr>
        <p:spPr bwMode="auto">
          <a:xfrm rot="5400000">
            <a:off x="3160645" y="3324225"/>
            <a:ext cx="603504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68580" tIns="34290" rIns="68580" bIns="34290" anchor="t" compatLnSpc="1"/>
          <a:lstStyle/>
          <a:p>
            <a:endParaRPr kumimoji="0" lang="en-US" sz="1350" dirty="0"/>
          </a:p>
        </p:txBody>
      </p:sp>
      <p:sp>
        <p:nvSpPr>
          <p:cNvPr id="9" name="8 Triángulo isósceles"/>
          <p:cNvSpPr>
            <a:spLocks noChangeAspect="1"/>
          </p:cNvSpPr>
          <p:nvPr/>
        </p:nvSpPr>
        <p:spPr>
          <a:xfrm rot="5400000">
            <a:off x="419101" y="6467476"/>
            <a:ext cx="190849" cy="120314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350"/>
          </a:p>
        </p:txBody>
      </p:sp>
      <p:sp>
        <p:nvSpPr>
          <p:cNvPr id="12" name="11 Marcador de contenido"/>
          <p:cNvSpPr>
            <a:spLocks noGrp="1"/>
          </p:cNvSpPr>
          <p:nvPr>
            <p:ph sz="quarter" idx="1"/>
          </p:nvPr>
        </p:nvSpPr>
        <p:spPr>
          <a:xfrm>
            <a:off x="304800" y="304800"/>
            <a:ext cx="5715000" cy="5715000"/>
          </a:xfrm>
        </p:spPr>
        <p:txBody>
          <a:bodyPr/>
          <a:lstStyle/>
          <a:p>
            <a:pPr lvl="0" eaLnBrk="1" latinLnBrk="0" hangingPunct="1"/>
            <a:r>
              <a:rPr lang="es-ES"/>
              <a:t>Haga clic para modificar el estilo de texto del patrón</a:t>
            </a:r>
          </a:p>
          <a:p>
            <a:pPr lvl="1" eaLnBrk="1" latinLnBrk="0" hangingPunct="1"/>
            <a:r>
              <a:rPr lang="es-ES"/>
              <a:t>Segundo nivel</a:t>
            </a:r>
          </a:p>
          <a:p>
            <a:pPr lvl="2" eaLnBrk="1" latinLnBrk="0" hangingPunct="1"/>
            <a:r>
              <a:rPr lang="es-ES"/>
              <a:t>Tercer nivel</a:t>
            </a:r>
          </a:p>
          <a:p>
            <a:pPr lvl="3" eaLnBrk="1" latinLnBrk="0" hangingPunct="1"/>
            <a:r>
              <a:rPr lang="es-ES"/>
              <a:t>Cuarto nivel</a:t>
            </a:r>
          </a:p>
          <a:p>
            <a:pPr lvl="4" eaLnBrk="1" latinLnBrk="0" hangingPunct="1"/>
            <a:r>
              <a:rPr lang="es-ES"/>
              <a:t>Quinto nivel</a:t>
            </a:r>
            <a:endParaRPr kumimoji="0" lang="en-US"/>
          </a:p>
        </p:txBody>
      </p:sp>
    </p:spTree>
    <p:extLst>
      <p:ext uri="{BB962C8B-B14F-4D97-AF65-F5344CB8AC3E}">
        <p14:creationId xmlns:p14="http://schemas.microsoft.com/office/powerpoint/2010/main" val="2103405066"/>
      </p:ext>
    </p:extLst>
  </p:cSld>
  <p:clrMapOvr>
    <a:masterClrMapping/>
  </p:clrMapOvr>
  <p:hf sldNum="0" hdr="0" dt="0"/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Imagen con título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457200" y="500856"/>
            <a:ext cx="8229600" cy="674688"/>
          </a:xfrm>
          <a:ln>
            <a:solidFill>
              <a:schemeClr val="accent1"/>
            </a:solidFill>
          </a:ln>
        </p:spPr>
        <p:txBody>
          <a:bodyPr lIns="274320" anchor="ctr"/>
          <a:lstStyle>
            <a:lvl1pPr algn="r">
              <a:buNone/>
              <a:defRPr sz="1500" b="0">
                <a:solidFill>
                  <a:schemeClr val="tx1"/>
                </a:solidFill>
              </a:defRPr>
            </a:lvl1pPr>
          </a:lstStyle>
          <a:p>
            <a:r>
              <a:rPr kumimoji="0" lang="es-ES"/>
              <a:t>Haga clic para modificar el estilo de título del patrón</a:t>
            </a:r>
            <a:endParaRPr kumimoji="0" lang="en-US"/>
          </a:p>
        </p:txBody>
      </p:sp>
      <p:sp>
        <p:nvSpPr>
          <p:cNvPr id="3" name="2 Marcador de posición de imagen"/>
          <p:cNvSpPr>
            <a:spLocks noGrp="1"/>
          </p:cNvSpPr>
          <p:nvPr>
            <p:ph type="pic" idx="1"/>
          </p:nvPr>
        </p:nvSpPr>
        <p:spPr>
          <a:xfrm>
            <a:off x="457200" y="1905000"/>
            <a:ext cx="8229600" cy="4270248"/>
          </a:xfrm>
          <a:solidFill>
            <a:schemeClr val="tx1">
              <a:shade val="50000"/>
            </a:schemeClr>
          </a:solidFill>
          <a:ln>
            <a:noFill/>
          </a:ln>
          <a:effectLst/>
        </p:spPr>
        <p:txBody>
          <a:bodyPr/>
          <a:lstStyle>
            <a:lvl1pPr marL="0" indent="0">
              <a:spcBef>
                <a:spcPts val="450"/>
              </a:spcBef>
              <a:buNone/>
              <a:defRPr sz="2400"/>
            </a:lvl1pPr>
          </a:lstStyle>
          <a:p>
            <a:r>
              <a:rPr kumimoji="0" lang="es-ES"/>
              <a:t>Haga clic en el icono para agregar una imagen</a:t>
            </a:r>
            <a:endParaRPr kumimoji="0" lang="en-US" dirty="0"/>
          </a:p>
        </p:txBody>
      </p:sp>
      <p:sp>
        <p:nvSpPr>
          <p:cNvPr id="4" name="3 Marcador de texto"/>
          <p:cNvSpPr>
            <a:spLocks noGrp="1"/>
          </p:cNvSpPr>
          <p:nvPr>
            <p:ph type="body" sz="half" idx="2"/>
          </p:nvPr>
        </p:nvSpPr>
        <p:spPr>
          <a:xfrm>
            <a:off x="457200" y="1219200"/>
            <a:ext cx="8229600" cy="533400"/>
          </a:xfrm>
        </p:spPr>
        <p:txBody>
          <a:bodyPr anchor="ctr" anchorCtr="0"/>
          <a:lstStyle>
            <a:lvl1pPr marL="0" indent="0" algn="l">
              <a:buFontTx/>
              <a:buNone/>
              <a:defRPr sz="1050"/>
            </a:lvl1pPr>
            <a:lvl2pPr>
              <a:defRPr sz="900"/>
            </a:lvl2pPr>
            <a:lvl3pPr>
              <a:defRPr sz="750"/>
            </a:lvl3pPr>
            <a:lvl4pPr>
              <a:defRPr sz="675"/>
            </a:lvl4pPr>
            <a:lvl5pPr>
              <a:defRPr sz="675"/>
            </a:lvl5pPr>
          </a:lstStyle>
          <a:p>
            <a:pPr lvl="0" eaLnBrk="1" latinLnBrk="0" hangingPunct="1"/>
            <a:r>
              <a:rPr kumimoji="0" lang="es-ES"/>
              <a:t>Haga clic para modificar el estilo de texto del patrón</a:t>
            </a:r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DF6120-F1F0-4C60-9FE9-39AC71A9C79D}" type="datetimeFigureOut">
              <a:rPr lang="en-US" smtClean="0"/>
              <a:pPr/>
              <a:t>3/20/2023</a:t>
            </a:fld>
            <a:endParaRPr lang="en-US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s-CO"/>
              <a:t>Diplomado en Desarrollo de Aplicaciones para Internet 2008</a:t>
            </a:r>
            <a:endParaRPr lang="es-ES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‹#›</a:t>
            </a:fld>
            <a:endParaRPr kumimoji="0" lang="en-US"/>
          </a:p>
        </p:txBody>
      </p:sp>
      <p:sp>
        <p:nvSpPr>
          <p:cNvPr id="8" name="7 Conector recto"/>
          <p:cNvSpPr>
            <a:spLocks noChangeShapeType="1"/>
          </p:cNvSpPr>
          <p:nvPr/>
        </p:nvSpPr>
        <p:spPr bwMode="auto">
          <a:xfrm>
            <a:off x="457200" y="6353175"/>
            <a:ext cx="82296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68580" tIns="34290" rIns="68580" bIns="34290" anchor="t" compatLnSpc="1"/>
          <a:lstStyle/>
          <a:p>
            <a:endParaRPr kumimoji="0" lang="en-US" sz="1350"/>
          </a:p>
        </p:txBody>
      </p:sp>
      <p:sp>
        <p:nvSpPr>
          <p:cNvPr id="9" name="8 Triángulo isósceles"/>
          <p:cNvSpPr>
            <a:spLocks noChangeAspect="1"/>
          </p:cNvSpPr>
          <p:nvPr/>
        </p:nvSpPr>
        <p:spPr>
          <a:xfrm rot="5400000">
            <a:off x="419101" y="6467476"/>
            <a:ext cx="190849" cy="120314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350"/>
          </a:p>
        </p:txBody>
      </p:sp>
      <p:sp>
        <p:nvSpPr>
          <p:cNvPr id="10" name="9 Rectángulo"/>
          <p:cNvSpPr/>
          <p:nvPr/>
        </p:nvSpPr>
        <p:spPr>
          <a:xfrm>
            <a:off x="457200" y="500856"/>
            <a:ext cx="182880" cy="685800"/>
          </a:xfrm>
          <a:prstGeom prst="rect">
            <a:avLst/>
          </a:prstGeom>
          <a:solidFill>
            <a:schemeClr val="accent1"/>
          </a:solidFill>
          <a:ln w="635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350"/>
          </a:p>
        </p:txBody>
      </p:sp>
    </p:spTree>
    <p:extLst>
      <p:ext uri="{BB962C8B-B14F-4D97-AF65-F5344CB8AC3E}">
        <p14:creationId xmlns:p14="http://schemas.microsoft.com/office/powerpoint/2010/main" val="16325538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hf sldNum="0" hdr="0" dt="0"/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s-ES"/>
              <a:t>Haga clic para modificar el estilo de título del patrón</a:t>
            </a:r>
            <a:endParaRPr kumimoji="0" lang="en-US"/>
          </a:p>
        </p:txBody>
      </p:sp>
      <p:sp>
        <p:nvSpPr>
          <p:cNvPr id="3" name="2 Marcador de texto vertical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es-ES"/>
              <a:t>Haga clic para modificar el estilo de texto del patrón</a:t>
            </a:r>
          </a:p>
          <a:p>
            <a:pPr lvl="1" eaLnBrk="1" latinLnBrk="0" hangingPunct="1"/>
            <a:r>
              <a:rPr lang="es-ES"/>
              <a:t>Segundo nivel</a:t>
            </a:r>
          </a:p>
          <a:p>
            <a:pPr lvl="2" eaLnBrk="1" latinLnBrk="0" hangingPunct="1"/>
            <a:r>
              <a:rPr lang="es-ES"/>
              <a:t>Tercer nivel</a:t>
            </a:r>
          </a:p>
          <a:p>
            <a:pPr lvl="3" eaLnBrk="1" latinLnBrk="0" hangingPunct="1"/>
            <a:r>
              <a:rPr lang="es-ES"/>
              <a:t>Cuarto nivel</a:t>
            </a:r>
          </a:p>
          <a:p>
            <a:pPr lvl="4" eaLnBrk="1" latinLnBrk="0" hangingPunct="1"/>
            <a:r>
              <a:rPr lang="es-ES"/>
              <a:t>Quinto nivel</a:t>
            </a:r>
            <a:endParaRPr kumimoji="0" lang="en-US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DF6120-F1F0-4C60-9FE9-39AC71A9C79D}" type="datetimeFigureOut">
              <a:rPr lang="en-US" smtClean="0"/>
              <a:pPr/>
              <a:t>3/20/2023</a:t>
            </a:fld>
            <a:endParaRPr lang="en-US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s-CO"/>
              <a:t>Diplomado en Desarrollo de Aplicaciones para Internet 2008</a:t>
            </a:r>
            <a:endParaRPr lang="es-ES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‹#›</a:t>
            </a:fld>
            <a:endParaRPr kumimoji="0" lang="en-US"/>
          </a:p>
        </p:txBody>
      </p:sp>
    </p:spTree>
    <p:extLst>
      <p:ext uri="{BB962C8B-B14F-4D97-AF65-F5344CB8AC3E}">
        <p14:creationId xmlns:p14="http://schemas.microsoft.com/office/powerpoint/2010/main" val="4050842925"/>
      </p:ext>
    </p:extLst>
  </p:cSld>
  <p:clrMapOvr>
    <a:masterClrMapping/>
  </p:clrMapOvr>
  <p:hf sldNum="0" hdr="0" dt="0"/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 vertical"/>
          <p:cNvSpPr>
            <a:spLocks noGrp="1"/>
          </p:cNvSpPr>
          <p:nvPr>
            <p:ph type="title" orient="vert"/>
          </p:nvPr>
        </p:nvSpPr>
        <p:spPr>
          <a:xfrm>
            <a:off x="6629400" y="274640"/>
            <a:ext cx="2057400" cy="5851525"/>
          </a:xfrm>
        </p:spPr>
        <p:txBody>
          <a:bodyPr vert="eaVert"/>
          <a:lstStyle/>
          <a:p>
            <a:r>
              <a:rPr kumimoji="0" lang="es-ES"/>
              <a:t>Haga clic para modificar el estilo de título del patrón</a:t>
            </a:r>
            <a:endParaRPr kumimoji="0" lang="en-US"/>
          </a:p>
        </p:txBody>
      </p:sp>
      <p:sp>
        <p:nvSpPr>
          <p:cNvPr id="3" name="2 Marcador de texto vertical"/>
          <p:cNvSpPr>
            <a:spLocks noGrp="1"/>
          </p:cNvSpPr>
          <p:nvPr>
            <p:ph type="body" orient="vert" idx="1"/>
          </p:nvPr>
        </p:nvSpPr>
        <p:spPr>
          <a:xfrm>
            <a:off x="457200" y="274640"/>
            <a:ext cx="6019800" cy="5851525"/>
          </a:xfrm>
        </p:spPr>
        <p:txBody>
          <a:bodyPr vert="eaVert"/>
          <a:lstStyle/>
          <a:p>
            <a:pPr lvl="0" eaLnBrk="1" latinLnBrk="0" hangingPunct="1"/>
            <a:r>
              <a:rPr lang="es-ES"/>
              <a:t>Haga clic para modificar el estilo de texto del patrón</a:t>
            </a:r>
          </a:p>
          <a:p>
            <a:pPr lvl="1" eaLnBrk="1" latinLnBrk="0" hangingPunct="1"/>
            <a:r>
              <a:rPr lang="es-ES"/>
              <a:t>Segundo nivel</a:t>
            </a:r>
          </a:p>
          <a:p>
            <a:pPr lvl="2" eaLnBrk="1" latinLnBrk="0" hangingPunct="1"/>
            <a:r>
              <a:rPr lang="es-ES"/>
              <a:t>Tercer nivel</a:t>
            </a:r>
          </a:p>
          <a:p>
            <a:pPr lvl="3" eaLnBrk="1" latinLnBrk="0" hangingPunct="1"/>
            <a:r>
              <a:rPr lang="es-ES"/>
              <a:t>Cuarto nivel</a:t>
            </a:r>
          </a:p>
          <a:p>
            <a:pPr lvl="4" eaLnBrk="1" latinLnBrk="0" hangingPunct="1"/>
            <a:r>
              <a:rPr lang="es-ES"/>
              <a:t>Quinto nivel</a:t>
            </a:r>
            <a:endParaRPr kumimoji="0" lang="en-US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DF6120-F1F0-4C60-9FE9-39AC71A9C79D}" type="datetimeFigureOut">
              <a:rPr lang="en-US" smtClean="0"/>
              <a:pPr/>
              <a:t>3/20/2023</a:t>
            </a:fld>
            <a:endParaRPr lang="en-US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s-CO"/>
              <a:t>Diplomado en Desarrollo de Aplicaciones para Internet 2008</a:t>
            </a:r>
            <a:endParaRPr lang="es-ES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‹#›</a:t>
            </a:fld>
            <a:endParaRPr kumimoji="0" lang="en-US"/>
          </a:p>
        </p:txBody>
      </p:sp>
      <p:sp>
        <p:nvSpPr>
          <p:cNvPr id="7" name="6 Conector recto"/>
          <p:cNvSpPr>
            <a:spLocks noChangeShapeType="1"/>
          </p:cNvSpPr>
          <p:nvPr/>
        </p:nvSpPr>
        <p:spPr bwMode="auto">
          <a:xfrm>
            <a:off x="457200" y="6353175"/>
            <a:ext cx="82296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68580" tIns="34290" rIns="68580" bIns="34290" anchor="t" compatLnSpc="1"/>
          <a:lstStyle/>
          <a:p>
            <a:endParaRPr kumimoji="0" lang="en-US" sz="1350"/>
          </a:p>
        </p:txBody>
      </p:sp>
      <p:sp>
        <p:nvSpPr>
          <p:cNvPr id="8" name="7 Triángulo isósceles"/>
          <p:cNvSpPr>
            <a:spLocks noChangeAspect="1"/>
          </p:cNvSpPr>
          <p:nvPr/>
        </p:nvSpPr>
        <p:spPr>
          <a:xfrm rot="5400000">
            <a:off x="419101" y="6467476"/>
            <a:ext cx="190849" cy="120314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350"/>
          </a:p>
        </p:txBody>
      </p:sp>
      <p:sp>
        <p:nvSpPr>
          <p:cNvPr id="9" name="8 Conector recto"/>
          <p:cNvSpPr>
            <a:spLocks noChangeShapeType="1"/>
          </p:cNvSpPr>
          <p:nvPr/>
        </p:nvSpPr>
        <p:spPr bwMode="auto">
          <a:xfrm rot="5400000">
            <a:off x="3629607" y="3201952"/>
            <a:ext cx="585216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68580" tIns="34290" rIns="68580" bIns="34290" anchor="t" compatLnSpc="1"/>
          <a:lstStyle/>
          <a:p>
            <a:endParaRPr kumimoji="0" lang="en-US" sz="1350"/>
          </a:p>
        </p:txBody>
      </p:sp>
    </p:spTree>
    <p:extLst>
      <p:ext uri="{BB962C8B-B14F-4D97-AF65-F5344CB8AC3E}">
        <p14:creationId xmlns:p14="http://schemas.microsoft.com/office/powerpoint/2010/main" val="2669977314"/>
      </p:ext>
    </p:extLst>
  </p:cSld>
  <p:clrMapOvr>
    <a:masterClrMapping/>
  </p:clrMapOvr>
  <p:hf sldNum="0" hdr="0" dt="0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título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A847CFC-816F-41D0-AAC0-9BF4FEBC753E}" type="datetimeFigureOut">
              <a:rPr lang="es-ES" smtClean="0"/>
              <a:t>20/03/2023</a:t>
            </a:fld>
            <a:endParaRPr lang="es-ES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ES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32FADFE-3B8F-471C-ABF0-DBC7717ECBBC}" type="slidenum">
              <a:rPr lang="es-ES" smtClean="0"/>
              <a:t>‹#›</a:t>
            </a:fld>
            <a:endParaRPr lang="es-E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21 Marcador de título"/>
          <p:cNvSpPr>
            <a:spLocks noGrp="1"/>
          </p:cNvSpPr>
          <p:nvPr>
            <p:ph type="title"/>
          </p:nvPr>
        </p:nvSpPr>
        <p:spPr>
          <a:xfrm>
            <a:off x="457200" y="152400"/>
            <a:ext cx="8229600" cy="990600"/>
          </a:xfrm>
          <a:prstGeom prst="rect">
            <a:avLst/>
          </a:prstGeom>
        </p:spPr>
        <p:txBody>
          <a:bodyPr vert="horz" anchor="b" anchorCtr="0">
            <a:normAutofit/>
          </a:bodyPr>
          <a:lstStyle/>
          <a:p>
            <a:r>
              <a:rPr kumimoji="0" lang="es-ES"/>
              <a:t>Haga clic para modificar el estilo de título del patrón</a:t>
            </a:r>
            <a:endParaRPr kumimoji="0" lang="en-US"/>
          </a:p>
        </p:txBody>
      </p:sp>
      <p:sp>
        <p:nvSpPr>
          <p:cNvPr id="13" name="12 Marcador de texto"/>
          <p:cNvSpPr>
            <a:spLocks noGrp="1"/>
          </p:cNvSpPr>
          <p:nvPr>
            <p:ph type="body" idx="1"/>
          </p:nvPr>
        </p:nvSpPr>
        <p:spPr>
          <a:xfrm>
            <a:off x="457200" y="1219200"/>
            <a:ext cx="8229600" cy="4910328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es-ES"/>
              <a:t>Haga clic para modificar el estilo de texto del patrón</a:t>
            </a:r>
          </a:p>
          <a:p>
            <a:pPr lvl="1" eaLnBrk="1" latinLnBrk="0" hangingPunct="1"/>
            <a:r>
              <a:rPr kumimoji="0" lang="es-ES"/>
              <a:t>Segundo nivel</a:t>
            </a:r>
          </a:p>
          <a:p>
            <a:pPr lvl="2" eaLnBrk="1" latinLnBrk="0" hangingPunct="1"/>
            <a:r>
              <a:rPr kumimoji="0" lang="es-ES"/>
              <a:t>Tercer nivel</a:t>
            </a:r>
          </a:p>
          <a:p>
            <a:pPr lvl="3" eaLnBrk="1" latinLnBrk="0" hangingPunct="1"/>
            <a:r>
              <a:rPr kumimoji="0" lang="es-ES"/>
              <a:t>Cuarto nivel</a:t>
            </a:r>
          </a:p>
          <a:p>
            <a:pPr lvl="4" eaLnBrk="1" latinLnBrk="0" hangingPunct="1"/>
            <a:r>
              <a:rPr kumimoji="0" lang="es-ES"/>
              <a:t>Quinto nivel</a:t>
            </a:r>
            <a:endParaRPr kumimoji="0" lang="en-US"/>
          </a:p>
        </p:txBody>
      </p:sp>
      <p:sp>
        <p:nvSpPr>
          <p:cNvPr id="14" name="13 Marcador de fecha"/>
          <p:cNvSpPr>
            <a:spLocks noGrp="1"/>
          </p:cNvSpPr>
          <p:nvPr>
            <p:ph type="dt" sz="half" idx="2"/>
          </p:nvPr>
        </p:nvSpPr>
        <p:spPr>
          <a:xfrm>
            <a:off x="6400800" y="6356350"/>
            <a:ext cx="2289048" cy="365760"/>
          </a:xfrm>
          <a:prstGeom prst="rect">
            <a:avLst/>
          </a:prstGeom>
        </p:spPr>
        <p:txBody>
          <a:bodyPr vert="horz"/>
          <a:lstStyle>
            <a:lvl1pPr algn="l" eaLnBrk="1" latinLnBrk="0" hangingPunct="1">
              <a:defRPr kumimoji="0" sz="1050">
                <a:solidFill>
                  <a:schemeClr val="tx2"/>
                </a:solidFill>
              </a:defRPr>
            </a:lvl1pPr>
          </a:lstStyle>
          <a:p>
            <a:fld id="{ACDF6120-F1F0-4C60-9FE9-39AC71A9C79D}" type="datetimeFigureOut">
              <a:rPr lang="en-US" smtClean="0"/>
              <a:pPr/>
              <a:t>3/20/2023</a:t>
            </a:fld>
            <a:endParaRPr lang="en-US" sz="1050" dirty="0">
              <a:solidFill>
                <a:schemeClr val="tx2"/>
              </a:solidFill>
            </a:endParaRPr>
          </a:p>
        </p:txBody>
      </p:sp>
      <p:sp>
        <p:nvSpPr>
          <p:cNvPr id="3" name="2 Marcador de pie de página"/>
          <p:cNvSpPr>
            <a:spLocks noGrp="1"/>
          </p:cNvSpPr>
          <p:nvPr>
            <p:ph type="ftr" sz="quarter" idx="3"/>
          </p:nvPr>
        </p:nvSpPr>
        <p:spPr>
          <a:xfrm>
            <a:off x="2898648" y="6356350"/>
            <a:ext cx="3505200" cy="365760"/>
          </a:xfrm>
          <a:prstGeom prst="rect">
            <a:avLst/>
          </a:prstGeom>
        </p:spPr>
        <p:txBody>
          <a:bodyPr vert="horz"/>
          <a:lstStyle>
            <a:lvl1pPr algn="r" eaLnBrk="1" latinLnBrk="0" hangingPunct="1">
              <a:defRPr kumimoji="0" sz="1050">
                <a:solidFill>
                  <a:schemeClr val="tx2"/>
                </a:solidFill>
              </a:defRPr>
            </a:lvl1pPr>
          </a:lstStyle>
          <a:p>
            <a:pPr>
              <a:defRPr/>
            </a:pPr>
            <a:r>
              <a:rPr lang="es-CO"/>
              <a:t>Diplomado en Desarrollo de Aplicaciones para Internet 2008</a:t>
            </a:r>
            <a:endParaRPr lang="es-ES"/>
          </a:p>
        </p:txBody>
      </p:sp>
      <p:sp>
        <p:nvSpPr>
          <p:cNvPr id="23" name="22 Marcador de número de diapositiva"/>
          <p:cNvSpPr>
            <a:spLocks noGrp="1"/>
          </p:cNvSpPr>
          <p:nvPr>
            <p:ph type="sldNum" sz="quarter" idx="4"/>
          </p:nvPr>
        </p:nvSpPr>
        <p:spPr>
          <a:xfrm>
            <a:off x="612648" y="6356350"/>
            <a:ext cx="1981200" cy="365760"/>
          </a:xfrm>
          <a:prstGeom prst="rect">
            <a:avLst/>
          </a:prstGeom>
        </p:spPr>
        <p:txBody>
          <a:bodyPr vert="horz"/>
          <a:lstStyle>
            <a:lvl1pPr algn="l" eaLnBrk="1" latinLnBrk="0" hangingPunct="1">
              <a:defRPr kumimoji="0" sz="1050">
                <a:solidFill>
                  <a:schemeClr val="tx2"/>
                </a:solidFill>
              </a:defRPr>
            </a:lvl1pPr>
          </a:lstStyle>
          <a:p>
            <a:pPr algn="l" eaLnBrk="1" latinLnBrk="0" hangingPunct="1"/>
            <a:fld id="{EA7C8D44-3667-46F6-9772-CC52308E2A7F}" type="slidenum">
              <a:rPr kumimoji="0" lang="en-US" smtClean="0"/>
              <a:pPr algn="l" eaLnBrk="1" latinLnBrk="0" hangingPunct="1"/>
              <a:t>‹#›</a:t>
            </a:fld>
            <a:endParaRPr kumimoji="0" lang="en-US" sz="1200" dirty="0">
              <a:solidFill>
                <a:schemeClr val="tx2"/>
              </a:solidFill>
            </a:endParaRPr>
          </a:p>
        </p:txBody>
      </p:sp>
      <p:sp>
        <p:nvSpPr>
          <p:cNvPr id="28" name="27 Conector recto"/>
          <p:cNvSpPr>
            <a:spLocks noChangeShapeType="1"/>
          </p:cNvSpPr>
          <p:nvPr/>
        </p:nvSpPr>
        <p:spPr bwMode="auto">
          <a:xfrm>
            <a:off x="457200" y="6353175"/>
            <a:ext cx="82296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68580" tIns="34290" rIns="68580" bIns="34290" anchor="t" compatLnSpc="1"/>
          <a:lstStyle/>
          <a:p>
            <a:endParaRPr kumimoji="0" lang="en-US" sz="1350"/>
          </a:p>
        </p:txBody>
      </p:sp>
      <p:sp>
        <p:nvSpPr>
          <p:cNvPr id="29" name="28 Conector recto"/>
          <p:cNvSpPr>
            <a:spLocks noChangeShapeType="1"/>
          </p:cNvSpPr>
          <p:nvPr/>
        </p:nvSpPr>
        <p:spPr bwMode="auto">
          <a:xfrm>
            <a:off x="457200" y="1143000"/>
            <a:ext cx="82296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68580" tIns="34290" rIns="68580" bIns="34290" anchor="t" compatLnSpc="1"/>
          <a:lstStyle/>
          <a:p>
            <a:endParaRPr kumimoji="0" lang="en-US" sz="1350"/>
          </a:p>
        </p:txBody>
      </p:sp>
      <p:sp>
        <p:nvSpPr>
          <p:cNvPr id="10" name="9 Triángulo isósceles"/>
          <p:cNvSpPr>
            <a:spLocks noChangeAspect="1"/>
          </p:cNvSpPr>
          <p:nvPr/>
        </p:nvSpPr>
        <p:spPr>
          <a:xfrm rot="5400000">
            <a:off x="419101" y="6467476"/>
            <a:ext cx="190849" cy="120314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350"/>
          </a:p>
        </p:txBody>
      </p:sp>
    </p:spTree>
    <p:extLst>
      <p:ext uri="{BB962C8B-B14F-4D97-AF65-F5344CB8AC3E}">
        <p14:creationId xmlns:p14="http://schemas.microsoft.com/office/powerpoint/2010/main" val="279002987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sldNum="0" hdr="0" dt="0"/>
  <p:txStyles>
    <p:titleStyle>
      <a:lvl1pPr algn="l" rtl="0" eaLnBrk="1" latinLnBrk="0" hangingPunct="1">
        <a:spcBef>
          <a:spcPct val="0"/>
        </a:spcBef>
        <a:buNone/>
        <a:defRPr kumimoji="0" sz="2400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205740" indent="-205740" algn="l" rtl="0" eaLnBrk="1" latinLnBrk="0" hangingPunct="1">
        <a:spcBef>
          <a:spcPts val="450"/>
        </a:spcBef>
        <a:buClr>
          <a:schemeClr val="accent1"/>
        </a:buClr>
        <a:buSzPct val="76000"/>
        <a:buFont typeface="Wingdings 3"/>
        <a:buChar char=""/>
        <a:defRPr kumimoji="0" sz="1950" kern="1200">
          <a:solidFill>
            <a:schemeClr val="tx1"/>
          </a:solidFill>
          <a:latin typeface="+mn-lt"/>
          <a:ea typeface="+mn-ea"/>
          <a:cs typeface="+mn-cs"/>
        </a:defRPr>
      </a:lvl1pPr>
      <a:lvl2pPr marL="411480" indent="-205740" algn="l" rtl="0" eaLnBrk="1" latinLnBrk="0" hangingPunct="1">
        <a:spcBef>
          <a:spcPts val="375"/>
        </a:spcBef>
        <a:buClr>
          <a:schemeClr val="accent2"/>
        </a:buClr>
        <a:buSzPct val="76000"/>
        <a:buFont typeface="Wingdings 3"/>
        <a:buChar char=""/>
        <a:defRPr kumimoji="0" sz="1725" kern="1200">
          <a:solidFill>
            <a:schemeClr val="tx2"/>
          </a:solidFill>
          <a:latin typeface="+mn-lt"/>
          <a:ea typeface="+mn-ea"/>
          <a:cs typeface="+mn-cs"/>
        </a:defRPr>
      </a:lvl2pPr>
      <a:lvl3pPr marL="617220" indent="-171450" algn="l" rtl="0" eaLnBrk="1" latinLnBrk="0" hangingPunct="1">
        <a:spcBef>
          <a:spcPts val="375"/>
        </a:spcBef>
        <a:buClr>
          <a:schemeClr val="bg1">
            <a:shade val="50000"/>
          </a:schemeClr>
        </a:buClr>
        <a:buSzPct val="76000"/>
        <a:buFont typeface="Wingdings 3"/>
        <a:buChar char=""/>
        <a:defRPr kumimoji="0"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822960" indent="-171450" algn="l" rtl="0" eaLnBrk="1" latinLnBrk="0" hangingPunct="1">
        <a:spcBef>
          <a:spcPts val="300"/>
        </a:spcBef>
        <a:buClr>
          <a:schemeClr val="accent2">
            <a:shade val="75000"/>
          </a:schemeClr>
        </a:buClr>
        <a:buSzPct val="70000"/>
        <a:buFont typeface="Wingdings"/>
        <a:buChar char=""/>
        <a:defRPr kumimoji="0"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028700" indent="-171450" algn="l" rtl="0" eaLnBrk="1" latinLnBrk="0" hangingPunct="1">
        <a:spcBef>
          <a:spcPts val="225"/>
        </a:spcBef>
        <a:buClr>
          <a:schemeClr val="accent2"/>
        </a:buClr>
        <a:buSzPct val="70000"/>
        <a:buFont typeface="Wingdings"/>
        <a:buChar char=""/>
        <a:defRPr kumimoji="0"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1234440" indent="-137160" algn="l" rtl="0" eaLnBrk="1" latinLnBrk="0" hangingPunct="1">
        <a:spcBef>
          <a:spcPts val="225"/>
        </a:spcBef>
        <a:buClr>
          <a:srgbClr val="9FB8CD">
            <a:shade val="75000"/>
          </a:srgbClr>
        </a:buClr>
        <a:buSzPct val="75000"/>
        <a:buFont typeface="Wingdings 3"/>
        <a:buChar char=""/>
        <a:defRPr kumimoji="0" lang="en-US" sz="1200" kern="1200" smtClean="0">
          <a:solidFill>
            <a:schemeClr val="tx1"/>
          </a:solidFill>
          <a:latin typeface="+mn-lt"/>
          <a:ea typeface="+mn-ea"/>
          <a:cs typeface="+mn-cs"/>
        </a:defRPr>
      </a:lvl6pPr>
      <a:lvl7pPr marL="1371600" indent="-137160" algn="l" rtl="0" eaLnBrk="1" latinLnBrk="0" hangingPunct="1">
        <a:spcBef>
          <a:spcPts val="225"/>
        </a:spcBef>
        <a:buClr>
          <a:srgbClr val="727CA3">
            <a:shade val="75000"/>
          </a:srgbClr>
        </a:buClr>
        <a:buSzPct val="75000"/>
        <a:buFont typeface="Wingdings 3"/>
        <a:buChar char=""/>
        <a:defRPr kumimoji="0" lang="en-US" sz="1050" kern="1200" smtClean="0">
          <a:solidFill>
            <a:schemeClr val="tx1"/>
          </a:solidFill>
          <a:latin typeface="+mn-lt"/>
          <a:ea typeface="+mn-ea"/>
          <a:cs typeface="+mn-cs"/>
        </a:defRPr>
      </a:lvl7pPr>
      <a:lvl8pPr marL="1508760" indent="-137160" algn="l" rtl="0" eaLnBrk="1" latinLnBrk="0" hangingPunct="1">
        <a:spcBef>
          <a:spcPts val="225"/>
        </a:spcBef>
        <a:buClr>
          <a:prstClr val="white">
            <a:shade val="50000"/>
          </a:prstClr>
        </a:buClr>
        <a:buSzPct val="75000"/>
        <a:buFont typeface="Wingdings 3"/>
        <a:buChar char=""/>
        <a:defRPr kumimoji="0" lang="en-US" sz="1050" kern="1200" smtClean="0">
          <a:solidFill>
            <a:schemeClr val="tx1"/>
          </a:solidFill>
          <a:latin typeface="+mn-lt"/>
          <a:ea typeface="+mn-ea"/>
          <a:cs typeface="+mn-cs"/>
        </a:defRPr>
      </a:lvl8pPr>
      <a:lvl9pPr marL="1645920" indent="-137160" algn="l" rtl="0" eaLnBrk="1" latinLnBrk="0" hangingPunct="1">
        <a:spcBef>
          <a:spcPts val="225"/>
        </a:spcBef>
        <a:buClr>
          <a:srgbClr val="9FB8CD"/>
        </a:buClr>
        <a:buSzPct val="75000"/>
        <a:buFont typeface="Wingdings 3"/>
        <a:buChar char=""/>
        <a:defRPr kumimoji="0" lang="en-US" sz="900" kern="1200" smtClean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gif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gif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gif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5" name="Rectangle 2"/>
          <p:cNvSpPr>
            <a:spLocks noGrp="1" noChangeArrowheads="1"/>
          </p:cNvSpPr>
          <p:nvPr>
            <p:ph type="ctrTitle"/>
          </p:nvPr>
        </p:nvSpPr>
        <p:spPr>
          <a:xfrm>
            <a:off x="1948420" y="3680195"/>
            <a:ext cx="5316279" cy="834656"/>
          </a:xfrm>
        </p:spPr>
        <p:txBody>
          <a:bodyPr>
            <a:normAutofit/>
          </a:bodyPr>
          <a:lstStyle/>
          <a:p>
            <a:pPr>
              <a:defRPr/>
            </a:pPr>
            <a:r>
              <a:rPr lang="en-US" sz="2100" dirty="0"/>
              <a:t>Bases de </a:t>
            </a:r>
            <a:r>
              <a:rPr lang="en-US" sz="2100" dirty="0" err="1"/>
              <a:t>Datos</a:t>
            </a:r>
            <a:br>
              <a:rPr lang="en-US" sz="2100" dirty="0"/>
            </a:br>
            <a:r>
              <a:rPr lang="en-US" sz="2100" dirty="0"/>
              <a:t>Indices</a:t>
            </a:r>
          </a:p>
        </p:txBody>
      </p:sp>
      <p:sp>
        <p:nvSpPr>
          <p:cNvPr id="3076" name="Rectangle 3"/>
          <p:cNvSpPr>
            <a:spLocks noGrp="1" noChangeArrowheads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pPr>
              <a:defRPr/>
            </a:pPr>
            <a:r>
              <a:rPr lang="en-US"/>
              <a:t>Ing. Julio Ernesto Carreño Vargas Msc.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13977E-C920-4E00-B713-1BEF7B115C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O" dirty="0"/>
              <a:t>Consultas SQL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88A47C8-1A14-4CDD-A8E1-B3F27BB660B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CO" dirty="0" err="1"/>
              <a:t>Select</a:t>
            </a:r>
            <a:r>
              <a:rPr lang="es-CO" dirty="0"/>
              <a:t> * </a:t>
            </a:r>
            <a:r>
              <a:rPr lang="es-CO" dirty="0" err="1"/>
              <a:t>from</a:t>
            </a:r>
            <a:r>
              <a:rPr lang="es-CO" dirty="0"/>
              <a:t> </a:t>
            </a:r>
            <a:r>
              <a:rPr lang="es-CO" dirty="0" err="1"/>
              <a:t>Employee</a:t>
            </a:r>
            <a:r>
              <a:rPr lang="es-CO" dirty="0"/>
              <a:t> </a:t>
            </a:r>
            <a:r>
              <a:rPr lang="es-CO" dirty="0" err="1"/>
              <a:t>where</a:t>
            </a:r>
            <a:r>
              <a:rPr lang="es-CO" dirty="0"/>
              <a:t> </a:t>
            </a:r>
            <a:r>
              <a:rPr lang="es-CO" dirty="0" err="1"/>
              <a:t>dept</a:t>
            </a:r>
            <a:r>
              <a:rPr lang="es-CO" dirty="0"/>
              <a:t>#=1005 </a:t>
            </a:r>
          </a:p>
          <a:p>
            <a:r>
              <a:rPr lang="es-CO" dirty="0"/>
              <a:t>El DBMS debe recorrer todas las filas en busca de los registros solicitados</a:t>
            </a:r>
          </a:p>
        </p:txBody>
      </p:sp>
      <p:pic>
        <p:nvPicPr>
          <p:cNvPr id="5" name="Picture 6" descr="http://www.guruischool.com/miracle/images/index.gif">
            <a:extLst>
              <a:ext uri="{FF2B5EF4-FFF2-40B4-BE49-F238E27FC236}">
                <a16:creationId xmlns:a16="http://schemas.microsoft.com/office/drawing/2014/main" id="{00D197A4-CACE-4575-92A9-F29D3D8BBB15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2148" t="10525" b="35859"/>
          <a:stretch/>
        </p:blipFill>
        <p:spPr bwMode="auto">
          <a:xfrm>
            <a:off x="1742343" y="3861048"/>
            <a:ext cx="5659314" cy="169959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83892905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O" dirty="0"/>
              <a:t>Índices</a:t>
            </a:r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s-CO" dirty="0"/>
              <a:t>Los índices mejoran los tiempos de respuesta de las consultas</a:t>
            </a:r>
          </a:p>
          <a:p>
            <a:pPr lvl="1"/>
            <a:r>
              <a:rPr lang="es-ES" dirty="0"/>
              <a:t>Procesamiento eficiente de consultas</a:t>
            </a:r>
          </a:p>
        </p:txBody>
      </p:sp>
    </p:spTree>
    <p:extLst>
      <p:ext uri="{BB962C8B-B14F-4D97-AF65-F5344CB8AC3E}">
        <p14:creationId xmlns:p14="http://schemas.microsoft.com/office/powerpoint/2010/main" val="377186842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78098"/>
          </a:xfrm>
        </p:spPr>
        <p:txBody>
          <a:bodyPr/>
          <a:lstStyle/>
          <a:p>
            <a:r>
              <a:rPr lang="es-CO" dirty="0"/>
              <a:t>Índices</a:t>
            </a:r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467544" y="1052736"/>
            <a:ext cx="8229600" cy="4525963"/>
          </a:xfrm>
        </p:spPr>
        <p:txBody>
          <a:bodyPr/>
          <a:lstStyle/>
          <a:p>
            <a:r>
              <a:rPr lang="es-CO" dirty="0"/>
              <a:t>Los índices proveen acceso eficiente a los registros de una tabla.</a:t>
            </a:r>
          </a:p>
          <a:p>
            <a:r>
              <a:rPr lang="es-CO" dirty="0"/>
              <a:t>En el ejemplo tenemos un índice sobre la columna </a:t>
            </a:r>
            <a:r>
              <a:rPr lang="es-CO" dirty="0" err="1"/>
              <a:t>dept</a:t>
            </a:r>
            <a:r>
              <a:rPr lang="es-CO" dirty="0"/>
              <a:t># (la llave primaria de la tabla </a:t>
            </a:r>
            <a:r>
              <a:rPr lang="es-CO" dirty="0" err="1"/>
              <a:t>Employee</a:t>
            </a:r>
            <a:r>
              <a:rPr lang="es-CO" dirty="0"/>
              <a:t>)</a:t>
            </a:r>
          </a:p>
          <a:p>
            <a:endParaRPr lang="es-CO" dirty="0"/>
          </a:p>
          <a:p>
            <a:endParaRPr lang="es-CO" dirty="0"/>
          </a:p>
        </p:txBody>
      </p:sp>
      <p:pic>
        <p:nvPicPr>
          <p:cNvPr id="4" name="Picture 6" descr="http://www.guruischool.com/miracle/images/index.gif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31753" y="3146313"/>
            <a:ext cx="7067550" cy="26860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4 CuadroTexto"/>
          <p:cNvSpPr txBox="1"/>
          <p:nvPr/>
        </p:nvSpPr>
        <p:spPr>
          <a:xfrm>
            <a:off x="2753833" y="5263116"/>
            <a:ext cx="4486939" cy="923330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s-CO" dirty="0"/>
              <a:t>Las búsquedas por la columna </a:t>
            </a:r>
            <a:r>
              <a:rPr lang="es-CO" dirty="0" err="1"/>
              <a:t>Dept</a:t>
            </a:r>
            <a:r>
              <a:rPr lang="es-CO" dirty="0"/>
              <a:t># se efectúan sobre el índice y se accede a la tabla usando el puntero</a:t>
            </a:r>
          </a:p>
        </p:txBody>
      </p:sp>
    </p:spTree>
    <p:extLst>
      <p:ext uri="{BB962C8B-B14F-4D97-AF65-F5344CB8AC3E}">
        <p14:creationId xmlns:p14="http://schemas.microsoft.com/office/powerpoint/2010/main" val="60382137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O" dirty="0"/>
              <a:t>Índices</a:t>
            </a:r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CO" dirty="0"/>
              <a:t>En el ejemplo tenemos un índice sobre la columna </a:t>
            </a:r>
            <a:r>
              <a:rPr lang="es-CO" dirty="0" err="1"/>
              <a:t>state_ndx</a:t>
            </a:r>
            <a:r>
              <a:rPr lang="es-CO" dirty="0"/>
              <a:t> (que no es la llave primaria de la tabla</a:t>
            </a:r>
          </a:p>
        </p:txBody>
      </p:sp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16688" y="3068960"/>
            <a:ext cx="7814930" cy="306499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  <p:extLst>
      <p:ext uri="{BB962C8B-B14F-4D97-AF65-F5344CB8AC3E}">
        <p14:creationId xmlns:p14="http://schemas.microsoft.com/office/powerpoint/2010/main" val="293692321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O" dirty="0"/>
              <a:t>Índices</a:t>
            </a:r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CO" dirty="0"/>
              <a:t>Índice B + </a:t>
            </a:r>
            <a:r>
              <a:rPr lang="es-CO" dirty="0" err="1"/>
              <a:t>Tree</a:t>
            </a:r>
            <a:r>
              <a:rPr lang="es-CO" dirty="0"/>
              <a:t>: por ejemplo, índice por una llave primaria </a:t>
            </a:r>
            <a:r>
              <a:rPr lang="es-CO" dirty="0" err="1"/>
              <a:t>surrogate</a:t>
            </a:r>
            <a:r>
              <a:rPr lang="es-CO" dirty="0"/>
              <a:t> de nombre id</a:t>
            </a:r>
          </a:p>
        </p:txBody>
      </p:sp>
      <p:pic>
        <p:nvPicPr>
          <p:cNvPr id="8" name="Picture 7" descr="A close up of a map&#10;&#10;Description automatically generated">
            <a:extLst>
              <a:ext uri="{FF2B5EF4-FFF2-40B4-BE49-F238E27FC236}">
                <a16:creationId xmlns:a16="http://schemas.microsoft.com/office/drawing/2014/main" id="{C133EFD4-37CA-4F96-9889-30EB1047908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91680" y="2708920"/>
            <a:ext cx="5331257" cy="32689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8451556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O" dirty="0"/>
              <a:t>Índices</a:t>
            </a:r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s-ES" dirty="0"/>
              <a:t>Se pueden crear nuevos índices sin que se requiera cambiar los programas para que dichos índices sean usados.</a:t>
            </a:r>
            <a:endParaRPr lang="es-CO" dirty="0"/>
          </a:p>
        </p:txBody>
      </p:sp>
    </p:spTree>
    <p:extLst>
      <p:ext uri="{BB962C8B-B14F-4D97-AF65-F5344CB8AC3E}">
        <p14:creationId xmlns:p14="http://schemas.microsoft.com/office/powerpoint/2010/main" val="171104751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O" dirty="0"/>
              <a:t>Índices</a:t>
            </a:r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lvl="0"/>
            <a:r>
              <a:rPr lang="es-ES" dirty="0"/>
              <a:t>Verificación de la integridad relacional: buscar por la llave primaria.</a:t>
            </a:r>
            <a:endParaRPr lang="es-CO" dirty="0"/>
          </a:p>
          <a:p>
            <a:pPr lvl="0"/>
            <a:r>
              <a:rPr lang="es-ES" dirty="0"/>
              <a:t>Verificación de la integridad referencial: buscar en las llaves foráneas</a:t>
            </a:r>
            <a:endParaRPr lang="es-CO" dirty="0"/>
          </a:p>
        </p:txBody>
      </p:sp>
    </p:spTree>
    <p:extLst>
      <p:ext uri="{BB962C8B-B14F-4D97-AF65-F5344CB8AC3E}">
        <p14:creationId xmlns:p14="http://schemas.microsoft.com/office/powerpoint/2010/main" val="415722355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O" dirty="0"/>
              <a:t>Índices Desventajas</a:t>
            </a:r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CO" dirty="0"/>
              <a:t>Cada vez que se hace una operación de inserción, eliminación y borrado se debe actualizar el índice</a:t>
            </a:r>
          </a:p>
          <a:p>
            <a:r>
              <a:rPr lang="es-CO" dirty="0"/>
              <a:t>Ocupan espacio en disco</a:t>
            </a:r>
          </a:p>
        </p:txBody>
      </p:sp>
    </p:spTree>
    <p:extLst>
      <p:ext uri="{BB962C8B-B14F-4D97-AF65-F5344CB8AC3E}">
        <p14:creationId xmlns:p14="http://schemas.microsoft.com/office/powerpoint/2010/main" val="125826200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O" dirty="0"/>
              <a:t>Sentencias SQL para índices</a:t>
            </a:r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CO" sz="2800" dirty="0"/>
              <a:t>Crear índices: CREATE INDEX &lt;nombre&gt; ON &lt;</a:t>
            </a:r>
            <a:r>
              <a:rPr lang="es-CO" sz="2800" dirty="0" err="1"/>
              <a:t>relacion</a:t>
            </a:r>
            <a:r>
              <a:rPr lang="es-CO" sz="2800" dirty="0"/>
              <a:t>&gt; (lista de atributos)</a:t>
            </a:r>
          </a:p>
          <a:p>
            <a:r>
              <a:rPr lang="es-CO" sz="2800" dirty="0"/>
              <a:t>	CREATE UNIQUE INDEX &lt;nombre&gt; ON &lt;</a:t>
            </a:r>
            <a:r>
              <a:rPr lang="es-CO" sz="2800" dirty="0" err="1"/>
              <a:t>relacion</a:t>
            </a:r>
            <a:r>
              <a:rPr lang="es-CO" sz="2800" dirty="0"/>
              <a:t>&gt; (lista de atributos)</a:t>
            </a:r>
          </a:p>
          <a:p>
            <a:r>
              <a:rPr lang="es-CO" sz="2800" dirty="0"/>
              <a:t>Eliminar índices. DROP INDEX &lt;nombre&gt;</a:t>
            </a:r>
          </a:p>
          <a:p>
            <a:r>
              <a:rPr lang="es-CO" sz="2800" dirty="0"/>
              <a:t>Modificar índices: ALTER INDEX &lt;nombre&gt; </a:t>
            </a:r>
          </a:p>
          <a:p>
            <a:pPr marL="0" indent="0">
              <a:buNone/>
            </a:pPr>
            <a:endParaRPr lang="es-CO" dirty="0"/>
          </a:p>
        </p:txBody>
      </p:sp>
    </p:spTree>
    <p:extLst>
      <p:ext uri="{BB962C8B-B14F-4D97-AF65-F5344CB8AC3E}">
        <p14:creationId xmlns:p14="http://schemas.microsoft.com/office/powerpoint/2010/main" val="42725633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O" dirty="0"/>
              <a:t>Reglas para la creación de índices</a:t>
            </a:r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925144"/>
          </a:xfrm>
        </p:spPr>
        <p:txBody>
          <a:bodyPr>
            <a:normAutofit/>
          </a:bodyPr>
          <a:lstStyle/>
          <a:p>
            <a:pPr lvl="0"/>
            <a:r>
              <a:rPr lang="es-ES" dirty="0"/>
              <a:t>Usados en tablas muy grandes</a:t>
            </a:r>
            <a:endParaRPr lang="es-CO" sz="4400" dirty="0"/>
          </a:p>
          <a:p>
            <a:pPr lvl="1"/>
            <a:r>
              <a:rPr lang="es-ES" dirty="0"/>
              <a:t>Tablas que tengan más de 100 </a:t>
            </a:r>
            <a:r>
              <a:rPr lang="es-ES" dirty="0" err="1"/>
              <a:t>tuplas</a:t>
            </a:r>
            <a:r>
              <a:rPr lang="es-ES" dirty="0"/>
              <a:t> pero no menos de 30</a:t>
            </a:r>
            <a:endParaRPr lang="es-CO" sz="4000" dirty="0"/>
          </a:p>
        </p:txBody>
      </p:sp>
    </p:spTree>
    <p:extLst>
      <p:ext uri="{BB962C8B-B14F-4D97-AF65-F5344CB8AC3E}">
        <p14:creationId xmlns:p14="http://schemas.microsoft.com/office/powerpoint/2010/main" val="177387057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O" dirty="0"/>
              <a:t>Reglas para la creación de índices</a:t>
            </a:r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925144"/>
          </a:xfrm>
        </p:spPr>
        <p:txBody>
          <a:bodyPr>
            <a:normAutofit/>
          </a:bodyPr>
          <a:lstStyle/>
          <a:p>
            <a:pPr lvl="0"/>
            <a:r>
              <a:rPr lang="es-ES" dirty="0"/>
              <a:t>Indexe la PK de cada tabla</a:t>
            </a:r>
            <a:endParaRPr lang="es-CO" sz="4400" dirty="0"/>
          </a:p>
          <a:p>
            <a:pPr lvl="1"/>
            <a:r>
              <a:rPr lang="es-ES" dirty="0"/>
              <a:t>Por lo general los RDBMS realizan esta tarea de manera automática</a:t>
            </a:r>
            <a:endParaRPr lang="es-CO" sz="4000" dirty="0"/>
          </a:p>
          <a:p>
            <a:pPr marL="0" lvl="0" indent="0">
              <a:buNone/>
            </a:pPr>
            <a:endParaRPr lang="es-CO" sz="4400" dirty="0"/>
          </a:p>
        </p:txBody>
      </p:sp>
    </p:spTree>
    <p:extLst>
      <p:ext uri="{BB962C8B-B14F-4D97-AF65-F5344CB8AC3E}">
        <p14:creationId xmlns:p14="http://schemas.microsoft.com/office/powerpoint/2010/main" val="180138838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O" dirty="0"/>
              <a:t>Reglas para la creación de índices</a:t>
            </a:r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925144"/>
          </a:xfrm>
        </p:spPr>
        <p:txBody>
          <a:bodyPr>
            <a:normAutofit/>
          </a:bodyPr>
          <a:lstStyle/>
          <a:p>
            <a:pPr lvl="0"/>
            <a:r>
              <a:rPr lang="es-ES" dirty="0"/>
              <a:t>Indexe los atributos más frecuentemente usados en las búsquedas</a:t>
            </a:r>
            <a:endParaRPr lang="es-CO" sz="4400" dirty="0"/>
          </a:p>
          <a:p>
            <a:pPr lvl="1"/>
            <a:r>
              <a:rPr lang="es-ES" dirty="0"/>
              <a:t>Cláusulas WHERE de los SQL</a:t>
            </a:r>
            <a:endParaRPr lang="es-CO" sz="4000" dirty="0"/>
          </a:p>
        </p:txBody>
      </p:sp>
    </p:spTree>
    <p:extLst>
      <p:ext uri="{BB962C8B-B14F-4D97-AF65-F5344CB8AC3E}">
        <p14:creationId xmlns:p14="http://schemas.microsoft.com/office/powerpoint/2010/main" val="279293525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O" dirty="0"/>
              <a:t>Reglas para la creación de índices</a:t>
            </a:r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925144"/>
          </a:xfrm>
        </p:spPr>
        <p:txBody>
          <a:bodyPr>
            <a:normAutofit/>
          </a:bodyPr>
          <a:lstStyle/>
          <a:p>
            <a:pPr lvl="0"/>
            <a:r>
              <a:rPr lang="es-ES" dirty="0"/>
              <a:t>Indexe los atributos usados en las cláusulas ORDER BY, GROUP BY</a:t>
            </a:r>
            <a:endParaRPr lang="es-CO" sz="4400" dirty="0"/>
          </a:p>
        </p:txBody>
      </p:sp>
    </p:spTree>
    <p:extLst>
      <p:ext uri="{BB962C8B-B14F-4D97-AF65-F5344CB8AC3E}">
        <p14:creationId xmlns:p14="http://schemas.microsoft.com/office/powerpoint/2010/main" val="134866992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CO" dirty="0"/>
              <a:t>Reglas para la creación de índices</a:t>
            </a:r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925144"/>
          </a:xfrm>
        </p:spPr>
        <p:txBody>
          <a:bodyPr>
            <a:normAutofit/>
          </a:bodyPr>
          <a:lstStyle/>
          <a:p>
            <a:pPr lvl="0"/>
            <a:r>
              <a:rPr lang="es-ES" dirty="0"/>
              <a:t>Indexe las llaves foráneas para acelerar los </a:t>
            </a:r>
            <a:r>
              <a:rPr lang="es-ES" dirty="0" err="1"/>
              <a:t>join</a:t>
            </a:r>
            <a:r>
              <a:rPr lang="es-ES" dirty="0"/>
              <a:t> </a:t>
            </a:r>
            <a:r>
              <a:rPr lang="es-ES"/>
              <a:t>entre tablas</a:t>
            </a:r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54699622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E12C40-7EBD-4D70-BACF-E14BC22AED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O" dirty="0"/>
              <a:t>Tipos de </a:t>
            </a:r>
            <a:r>
              <a:rPr lang="es-CO" dirty="0" err="1"/>
              <a:t>Indices</a:t>
            </a:r>
            <a:endParaRPr lang="es-CO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0BB7F7-8C52-4B95-BF23-D29C1DD71DC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CO" dirty="0"/>
              <a:t>Único</a:t>
            </a:r>
          </a:p>
          <a:p>
            <a:pPr lvl="1"/>
            <a:r>
              <a:rPr lang="es-CO" dirty="0"/>
              <a:t>No se repiten los valores en las entradas del </a:t>
            </a:r>
            <a:r>
              <a:rPr lang="es-CO" dirty="0" err="1"/>
              <a:t>indice</a:t>
            </a:r>
            <a:endParaRPr lang="es-CO" dirty="0"/>
          </a:p>
          <a:p>
            <a:r>
              <a:rPr lang="es-CO" dirty="0"/>
              <a:t>No Único</a:t>
            </a:r>
          </a:p>
          <a:p>
            <a:pPr lvl="1"/>
            <a:r>
              <a:rPr lang="es-CO" dirty="0"/>
              <a:t>Se pueden repetir los valores en las entradas del índice</a:t>
            </a:r>
          </a:p>
        </p:txBody>
      </p:sp>
    </p:spTree>
    <p:extLst>
      <p:ext uri="{BB962C8B-B14F-4D97-AF65-F5344CB8AC3E}">
        <p14:creationId xmlns:p14="http://schemas.microsoft.com/office/powerpoint/2010/main" val="467427464"/>
      </p:ext>
    </p:extLst>
  </p:cSld>
  <p:clrMapOvr>
    <a:masterClrMapping/>
  </p:clrMapOvr>
</p:sld>
</file>

<file path=ppt/theme/_rels/them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Tema de Office">
  <a:themeElements>
    <a:clrScheme name="Oficina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icina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icin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rigen">
  <a:themeElements>
    <a:clrScheme name="Origen">
      <a:dk1>
        <a:sysClr val="windowText" lastClr="000000"/>
      </a:dk1>
      <a:lt1>
        <a:sysClr val="window" lastClr="FFFFFF"/>
      </a:lt1>
      <a:dk2>
        <a:srgbClr val="464653"/>
      </a:dk2>
      <a:lt2>
        <a:srgbClr val="DDE9EC"/>
      </a:lt2>
      <a:accent1>
        <a:srgbClr val="727CA3"/>
      </a:accent1>
      <a:accent2>
        <a:srgbClr val="9FB8CD"/>
      </a:accent2>
      <a:accent3>
        <a:srgbClr val="D2DA7A"/>
      </a:accent3>
      <a:accent4>
        <a:srgbClr val="FADA7A"/>
      </a:accent4>
      <a:accent5>
        <a:srgbClr val="B88472"/>
      </a:accent5>
      <a:accent6>
        <a:srgbClr val="8E736A"/>
      </a:accent6>
      <a:hlink>
        <a:srgbClr val="B292CA"/>
      </a:hlink>
      <a:folHlink>
        <a:srgbClr val="6B5680"/>
      </a:folHlink>
    </a:clrScheme>
    <a:fontScheme name="Origen">
      <a:majorFont>
        <a:latin typeface="Bookman Old Style"/>
        <a:ea typeface=""/>
        <a:cs typeface=""/>
        <a:font script="Grek" typeface="Cambria"/>
        <a:font script="Cyrl" typeface="Cambria"/>
        <a:font script="Jpan" typeface="HG明朝E"/>
        <a:font script="Hang" typeface="돋움"/>
        <a:font script="Hans" typeface="宋体"/>
        <a:font script="Hant" typeface="標楷體"/>
        <a:font script="Arab" typeface="Times New Roman"/>
        <a:font script="Hebr" typeface="Times New Roman"/>
        <a:font script="Thai" typeface="Browalli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Gill Sans MT"/>
        <a:ea typeface=""/>
        <a:cs typeface=""/>
        <a:font script="Grek" typeface="Calibri"/>
        <a:font script="Cyrl" typeface="Calibri"/>
        <a:font script="Jpan" typeface="ＭＳ Ｐゴシック"/>
        <a:font script="Hang" typeface="맑은 고딕"/>
        <a:font script="Hans" typeface="华文新魏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rigen">
      <a:fillStyleLst>
        <a:solidFill>
          <a:schemeClr val="phClr"/>
        </a:solidFill>
        <a:gradFill rotWithShape="1">
          <a:gsLst>
            <a:gs pos="0">
              <a:schemeClr val="phClr">
                <a:tint val="45000"/>
                <a:satMod val="200000"/>
              </a:schemeClr>
            </a:gs>
            <a:gs pos="30000">
              <a:schemeClr val="phClr">
                <a:tint val="61000"/>
                <a:satMod val="200000"/>
              </a:schemeClr>
            </a:gs>
            <a:gs pos="45000">
              <a:schemeClr val="phClr">
                <a:tint val="66000"/>
                <a:satMod val="200000"/>
              </a:schemeClr>
            </a:gs>
            <a:gs pos="55000">
              <a:schemeClr val="phClr">
                <a:tint val="66000"/>
                <a:satMod val="200000"/>
              </a:schemeClr>
            </a:gs>
            <a:gs pos="73000">
              <a:schemeClr val="phClr">
                <a:tint val="61000"/>
                <a:satMod val="200000"/>
              </a:schemeClr>
            </a:gs>
            <a:gs pos="100000">
              <a:schemeClr val="phClr">
                <a:tint val="45000"/>
                <a:satMod val="200000"/>
              </a:schemeClr>
            </a:gs>
          </a:gsLst>
          <a:lin ang="950000" scaled="1"/>
        </a:gradFill>
        <a:gradFill rotWithShape="1">
          <a:gsLst>
            <a:gs pos="0">
              <a:schemeClr val="phClr">
                <a:shade val="63000"/>
              </a:schemeClr>
            </a:gs>
            <a:gs pos="30000">
              <a:schemeClr val="phClr">
                <a:shade val="90000"/>
                <a:satMod val="110000"/>
              </a:schemeClr>
            </a:gs>
            <a:gs pos="45000">
              <a:schemeClr val="phClr">
                <a:shade val="100000"/>
                <a:satMod val="118000"/>
              </a:schemeClr>
            </a:gs>
            <a:gs pos="55000">
              <a:schemeClr val="phClr">
                <a:shade val="100000"/>
                <a:satMod val="118000"/>
              </a:schemeClr>
            </a:gs>
            <a:gs pos="73000">
              <a:schemeClr val="phClr">
                <a:shade val="90000"/>
                <a:satMod val="110000"/>
              </a:schemeClr>
            </a:gs>
            <a:gs pos="100000">
              <a:schemeClr val="phClr">
                <a:shade val="63000"/>
              </a:schemeClr>
            </a:gs>
          </a:gsLst>
          <a:lin ang="950000" scaled="1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25400" dir="5400000" rotWithShape="0">
              <a:srgbClr val="000000">
                <a:alpha val="40000"/>
              </a:srgbClr>
            </a:outerShdw>
          </a:effectLst>
        </a:effectStyle>
        <a:effectStyle>
          <a:effectLst>
            <a:outerShdw blurRad="50800" dist="43000" dir="5400000" rotWithShape="0">
              <a:srgbClr val="000000">
                <a:alpha val="40000"/>
              </a:srgbClr>
            </a:outerShdw>
          </a:effectLst>
          <a:scene3d>
            <a:camera prst="orthographicFront" fov="0">
              <a:rot lat="0" lon="0" rev="0"/>
            </a:camera>
            <a:lightRig rig="balanced" dir="t">
              <a:rot lat="0" lon="0" rev="0"/>
            </a:lightRig>
          </a:scene3d>
          <a:sp3d prstMaterial="matte">
            <a:bevelT w="0" h="0"/>
            <a:contourClr>
              <a:schemeClr val="phClr">
                <a:tint val="100000"/>
                <a:shade val="100000"/>
                <a:hueMod val="100000"/>
                <a:satMod val="100000"/>
              </a:schemeClr>
            </a:contourClr>
          </a:sp3d>
        </a:effectStyle>
        <a:effectStyle>
          <a:effectLst>
            <a:outerShdw blurRad="50800" dist="25400" dir="5400000" rotWithShape="0">
              <a:srgbClr val="000000">
                <a:alpha val="50000"/>
              </a:srgbClr>
            </a:outerShdw>
          </a:effectLst>
          <a:scene3d>
            <a:camera prst="orthographicFront" fov="0">
              <a:rot lat="0" lon="0" rev="0"/>
            </a:camera>
            <a:lightRig rig="soft" dir="t">
              <a:rot lat="0" lon="0" rev="2700000"/>
            </a:lightRig>
          </a:scene3d>
          <a:sp3d prstMaterial="matte">
            <a:bevelT w="50800" h="50800"/>
            <a:contourClr>
              <a:schemeClr val="phClr"/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shade val="60000"/>
                <a:satMod val="300000"/>
              </a:schemeClr>
            </a:gs>
            <a:gs pos="30000">
              <a:schemeClr val="phClr">
                <a:shade val="80000"/>
                <a:satMod val="230000"/>
              </a:schemeClr>
            </a:gs>
            <a:gs pos="100000">
              <a:schemeClr val="phClr">
                <a:tint val="97000"/>
                <a:satMod val="220000"/>
              </a:schemeClr>
            </a:gs>
          </a:gsLst>
          <a:lin ang="16200000" scaled="1"/>
        </a:gradFill>
        <a:blipFill>
          <a:blip xmlns:r="http://schemas.openxmlformats.org/officeDocument/2006/relationships" r:embed="rId1">
            <a:duotone>
              <a:schemeClr val="phClr">
                <a:shade val="6000"/>
                <a:satMod val="120000"/>
              </a:schemeClr>
              <a:schemeClr val="phClr">
                <a:tint val="90000"/>
              </a:schemeClr>
            </a:duotone>
          </a:blip>
          <a:tile tx="0" ty="0" sx="35000" sy="40000" flip="x" algn="tl"/>
        </a:blip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222</TotalTime>
  <Words>393</Words>
  <Application>Microsoft Office PowerPoint</Application>
  <PresentationFormat>On-screen Show (4:3)</PresentationFormat>
  <Paragraphs>47</Paragraphs>
  <Slides>16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16</vt:i4>
      </vt:variant>
    </vt:vector>
  </HeadingPairs>
  <TitlesOfParts>
    <vt:vector size="24" baseType="lpstr">
      <vt:lpstr>Arial</vt:lpstr>
      <vt:lpstr>Bookman Old Style</vt:lpstr>
      <vt:lpstr>Calibri</vt:lpstr>
      <vt:lpstr>Gill Sans MT</vt:lpstr>
      <vt:lpstr>Wingdings</vt:lpstr>
      <vt:lpstr>Wingdings 3</vt:lpstr>
      <vt:lpstr>Tema de Office</vt:lpstr>
      <vt:lpstr>Origen</vt:lpstr>
      <vt:lpstr>Bases de Datos Indices</vt:lpstr>
      <vt:lpstr>Consultas SQL</vt:lpstr>
      <vt:lpstr>Índices</vt:lpstr>
      <vt:lpstr>Índices</vt:lpstr>
      <vt:lpstr>Índices</vt:lpstr>
      <vt:lpstr>Índices</vt:lpstr>
      <vt:lpstr>Índices</vt:lpstr>
      <vt:lpstr>Índices</vt:lpstr>
      <vt:lpstr>Índices Desventajas</vt:lpstr>
      <vt:lpstr>Sentencias SQL para índices</vt:lpstr>
      <vt:lpstr>Reglas para la creación de índices</vt:lpstr>
      <vt:lpstr>Reglas para la creación de índices</vt:lpstr>
      <vt:lpstr>Reglas para la creación de índices</vt:lpstr>
      <vt:lpstr>Reglas para la creación de índices</vt:lpstr>
      <vt:lpstr>Reglas para la creación de índices</vt:lpstr>
      <vt:lpstr>Tipos de Indices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Bases de Datos Indices</dc:title>
  <dc:creator>Julio Carreño</dc:creator>
  <cp:lastModifiedBy>Julio Ernesto Carreno Vargas</cp:lastModifiedBy>
  <cp:revision>30</cp:revision>
  <dcterms:created xsi:type="dcterms:W3CDTF">2014-05-22T13:37:16Z</dcterms:created>
  <dcterms:modified xsi:type="dcterms:W3CDTF">2023-03-20T17:32:54Z</dcterms:modified>
</cp:coreProperties>
</file>