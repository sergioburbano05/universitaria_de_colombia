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42" r:id="rId1"/>
  </p:sldMasterIdLst>
  <p:notesMasterIdLst>
    <p:notesMasterId r:id="rId8"/>
  </p:notesMasterIdLst>
  <p:handoutMasterIdLst>
    <p:handoutMasterId r:id="rId9"/>
  </p:handoutMasterIdLst>
  <p:sldIdLst>
    <p:sldId id="348" r:id="rId2"/>
    <p:sldId id="360" r:id="rId3"/>
    <p:sldId id="370" r:id="rId4"/>
    <p:sldId id="371" r:id="rId5"/>
    <p:sldId id="372" r:id="rId6"/>
    <p:sldId id="373" r:id="rId7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FFCC"/>
    <a:srgbClr val="00FFFF"/>
    <a:srgbClr val="CC33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6" autoAdjust="0"/>
    <p:restoredTop sz="94660" autoAdjust="0"/>
  </p:normalViewPr>
  <p:slideViewPr>
    <p:cSldViewPr snapToGrid="0">
      <p:cViewPr varScale="1">
        <p:scale>
          <a:sx n="112" d="100"/>
          <a:sy n="112" d="100"/>
        </p:scale>
        <p:origin x="1800" y="96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619EDD29-622F-43A5-A6FA-4DE80D166C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346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696913"/>
            <a:ext cx="4649787" cy="34877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4838"/>
            <a:ext cx="5046663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8831263"/>
            <a:ext cx="2982913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 eaLnBrk="0" hangingPunct="0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546ED518-9D40-4674-9FDB-9EDD682841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254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600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pPr>
              <a:defRPr/>
            </a:pPr>
            <a:r>
              <a:rPr lang="es-ES"/>
              <a:t>Módulo: &lt;modulo&gt; Autor: &lt;Autor&gt; . No.</a:t>
            </a:r>
            <a:fld id="{A44E33E1-B22B-49F7-B763-F53C4F8A1B9D}" type="slidenum">
              <a:rPr lang="es-ES" smtClean="0"/>
              <a:pPr>
                <a:defRPr/>
              </a:pPr>
              <a:t>‹#›</a:t>
            </a:fld>
            <a:endParaRPr lang="es-ES"/>
          </a:p>
        </p:txBody>
      </p:sp>
      <p:sp>
        <p:nvSpPr>
          <p:cNvPr id="21" name="20 Rectángulo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32 Rectángulo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21 Rectángulo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ES"/>
              <a:t>Diplomado en Desarrollo de Aplicaciones para Internet 2008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6 Rectángulo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4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F6120-F1F0-4C60-9FE9-39AC71A9C79D}" type="datetimeFigureOut">
              <a:rPr lang="en-US" smtClean="0"/>
              <a:pPr/>
              <a:t>8/31/2023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CDF6120-F1F0-4C60-9FE9-39AC71A9C79D}" type="datetimeFigureOut">
              <a:rPr lang="en-US" smtClean="0"/>
              <a:pPr/>
              <a:t>8/31/2023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s-CO"/>
              <a:t>Diplomado en Desarrollo de Aplicaciones para Internet 2008</a:t>
            </a:r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27 Conector recto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Conector recto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Triángulo isósceles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3893" y="3763927"/>
            <a:ext cx="7088372" cy="1112874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/>
              <a:t>Base de </a:t>
            </a:r>
            <a:r>
              <a:rPr lang="en-US" sz="2800" dirty="0" err="1"/>
              <a:t>Datos</a:t>
            </a:r>
            <a:br>
              <a:rPr lang="en-US" sz="2800" dirty="0"/>
            </a:br>
            <a:r>
              <a:rPr lang="en-US" sz="2800" dirty="0" err="1"/>
              <a:t>Modelo</a:t>
            </a:r>
            <a:r>
              <a:rPr lang="en-US" sz="2800" dirty="0"/>
              <a:t> </a:t>
            </a:r>
            <a:r>
              <a:rPr lang="en-US" sz="2800" dirty="0" err="1"/>
              <a:t>Físico</a:t>
            </a:r>
            <a:endParaRPr lang="en-US" sz="2800" dirty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/>
              <a:t>Ing. Julio Ernesto Carreño Vargas Msc.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Físico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CO"/>
              <a:t>Una vez se cuenta con el modelo lógico se selecciona el modelo físico en el cual se quiere representar dicho modelo</a:t>
            </a:r>
          </a:p>
          <a:p>
            <a:pPr lvl="1"/>
            <a:r>
              <a:rPr lang="es-CO"/>
              <a:t>El modelo físico puede ser obtenido automáticamente desde el modelo lógico</a:t>
            </a:r>
          </a:p>
          <a:p>
            <a:r>
              <a:rPr lang="es-CO"/>
              <a:t>El modelo relacional puede ser implementado físicamente a través de muchos RDBMS(Relational DataBase Management Systems), entre los cuales tenemos:</a:t>
            </a:r>
          </a:p>
          <a:p>
            <a:pPr lvl="1"/>
            <a:r>
              <a:rPr lang="es-CO"/>
              <a:t>Oracle</a:t>
            </a:r>
          </a:p>
          <a:p>
            <a:pPr lvl="1"/>
            <a:r>
              <a:rPr lang="es-CO"/>
              <a:t>SQL Sever</a:t>
            </a:r>
          </a:p>
          <a:p>
            <a:pPr lvl="1"/>
            <a:r>
              <a:rPr lang="es-CO"/>
              <a:t>DB-2</a:t>
            </a:r>
          </a:p>
          <a:p>
            <a:pPr lvl="1"/>
            <a:r>
              <a:rPr lang="es-CO"/>
              <a:t>MySQL</a:t>
            </a:r>
          </a:p>
          <a:p>
            <a:pPr lvl="1"/>
            <a:r>
              <a:rPr lang="es-CO"/>
              <a:t>…</a:t>
            </a:r>
          </a:p>
          <a:p>
            <a:pPr>
              <a:buNone/>
            </a:pPr>
            <a:endParaRPr lang="es-C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Modelo Físico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Los DBMS manejan lenguajes para expresar las estructuras físicas de las tabla:</a:t>
            </a:r>
          </a:p>
          <a:p>
            <a:pPr lvl="1"/>
            <a:r>
              <a:rPr lang="es-CO"/>
              <a:t>DDL: (Data Definition Language)</a:t>
            </a:r>
          </a:p>
          <a:p>
            <a:pPr lvl="2"/>
            <a:r>
              <a:rPr lang="es-CO"/>
              <a:t>Lenguaje de definición de datos</a:t>
            </a:r>
          </a:p>
          <a:p>
            <a:pPr lvl="1"/>
            <a:r>
              <a:rPr lang="es-CO"/>
              <a:t>DML: (Data Manipulation Language)</a:t>
            </a:r>
          </a:p>
          <a:p>
            <a:pPr lvl="2"/>
            <a:r>
              <a:rPr lang="es-CO"/>
              <a:t>Lenguaje de manipulación de datos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DDL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Para crear una tabla se utiliza la sentencia CREATE TABLE</a:t>
            </a:r>
          </a:p>
          <a:p>
            <a:r>
              <a:rPr lang="es-CO"/>
              <a:t>La sentencia ALTER TABLE permite modificar la estructura una vez ésta ha sido creada</a:t>
            </a:r>
          </a:p>
          <a:p>
            <a:r>
              <a:rPr lang="es-CO"/>
              <a:t>La sentencia PRIMARY KEY permite especificar la llave primaria de una tabla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39594" y="3663249"/>
            <a:ext cx="5172431" cy="2227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DDL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CO"/>
              <a:t>Las llaves foráneas se definen con la sentencia FOREIGN KEY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797" y="2079662"/>
            <a:ext cx="4102656" cy="37363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/>
              <a:t>Bibliografía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Modern Database Management.10th </a:t>
            </a:r>
            <a:r>
              <a:rPr lang="en-US" dirty="0" err="1"/>
              <a:t>Edition.Jeffrey</a:t>
            </a:r>
            <a:r>
              <a:rPr lang="en-US" dirty="0"/>
              <a:t> A. Hoffer, V. Ramesh, </a:t>
            </a:r>
            <a:r>
              <a:rPr lang="en-US" dirty="0" err="1"/>
              <a:t>Heikki</a:t>
            </a:r>
            <a:r>
              <a:rPr lang="en-US" dirty="0"/>
              <a:t> Topi.2021 Pearson Education, Inc.  Publishing as Prentice Hall.</a:t>
            </a:r>
          </a:p>
          <a:p>
            <a:pPr eaLnBrk="1" hangingPunct="1">
              <a:defRPr/>
            </a:pPr>
            <a:r>
              <a:rPr lang="en-US" dirty="0"/>
              <a:t>Database System Concepts.</a:t>
            </a:r>
            <a:r>
              <a:rPr lang="en-GB" dirty="0" err="1"/>
              <a:t>Avi</a:t>
            </a:r>
            <a:r>
              <a:rPr lang="en-GB" dirty="0"/>
              <a:t> </a:t>
            </a:r>
            <a:r>
              <a:rPr lang="en-GB" dirty="0" err="1"/>
              <a:t>Silberschatz</a:t>
            </a:r>
            <a:r>
              <a:rPr lang="en-GB" dirty="0"/>
              <a:t> , Henry F. </a:t>
            </a:r>
            <a:r>
              <a:rPr lang="en-GB" dirty="0" err="1"/>
              <a:t>Korth</a:t>
            </a:r>
            <a:r>
              <a:rPr lang="en-GB" dirty="0"/>
              <a:t> , S. </a:t>
            </a:r>
            <a:r>
              <a:rPr lang="en-GB" dirty="0" err="1"/>
              <a:t>Sudarshan.McGraw</a:t>
            </a:r>
            <a:r>
              <a:rPr lang="en-GB" dirty="0"/>
              <a:t>-Hill.  2019</a:t>
            </a:r>
            <a:r>
              <a:rPr lang="es-ES" dirty="0"/>
              <a:t>.</a:t>
            </a:r>
          </a:p>
          <a:p>
            <a:pPr eaLnBrk="1" hangingPunct="1">
              <a:defRPr/>
            </a:pPr>
            <a:r>
              <a:rPr lang="es-ES" dirty="0"/>
              <a:t>Sistemas de Bases de Datos. Thomas M. </a:t>
            </a:r>
            <a:r>
              <a:rPr lang="es-ES" dirty="0" err="1"/>
              <a:t>Conolly</a:t>
            </a:r>
            <a:r>
              <a:rPr lang="es-ES" dirty="0"/>
              <a:t>, </a:t>
            </a:r>
            <a:r>
              <a:rPr lang="es-ES" dirty="0" err="1"/>
              <a:t>Carolyn</a:t>
            </a:r>
            <a:r>
              <a:rPr lang="es-ES" dirty="0"/>
              <a:t> E. </a:t>
            </a:r>
            <a:r>
              <a:rPr lang="es-ES" dirty="0" err="1"/>
              <a:t>Begg</a:t>
            </a:r>
            <a:r>
              <a:rPr lang="es-ES" dirty="0"/>
              <a:t>. </a:t>
            </a:r>
            <a:r>
              <a:rPr lang="es-ES" dirty="0" err="1"/>
              <a:t>Addison</a:t>
            </a:r>
            <a:r>
              <a:rPr lang="es-ES" dirty="0"/>
              <a:t> </a:t>
            </a:r>
            <a:r>
              <a:rPr lang="es-ES" dirty="0" err="1"/>
              <a:t>Wesley</a:t>
            </a:r>
            <a:r>
              <a:rPr lang="es-ES" dirty="0"/>
              <a:t>. 4 edición. </a:t>
            </a:r>
            <a:r>
              <a:rPr lang="en-GB" dirty="0"/>
              <a:t>2018</a:t>
            </a:r>
            <a:r>
              <a:rPr lang="es-ES" dirty="0"/>
              <a:t>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535640" y="6355080"/>
            <a:ext cx="1219200" cy="36576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fld id="{F0E28F13-6C62-4A96-8BA3-D75897CBC3E7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n">
  <a:themeElements>
    <a:clrScheme name="Orige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10498</TotalTime>
  <Words>243</Words>
  <Application>Microsoft Office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Bookman Old Style</vt:lpstr>
      <vt:lpstr>Garamond</vt:lpstr>
      <vt:lpstr>Gill Sans MT</vt:lpstr>
      <vt:lpstr>Helvetica</vt:lpstr>
      <vt:lpstr>Times New Roman</vt:lpstr>
      <vt:lpstr>Wingdings</vt:lpstr>
      <vt:lpstr>Wingdings 3</vt:lpstr>
      <vt:lpstr>Origen</vt:lpstr>
      <vt:lpstr>Base de Datos Modelo Físico</vt:lpstr>
      <vt:lpstr>Modelo Físico</vt:lpstr>
      <vt:lpstr>Modelo Físico</vt:lpstr>
      <vt:lpstr>DDL</vt:lpstr>
      <vt:lpstr>DDL</vt:lpstr>
      <vt:lpstr>Bibliografía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Julio Carreño</dc:creator>
  <cp:lastModifiedBy>Julio Ernesto Carreno Vargas</cp:lastModifiedBy>
  <cp:revision>420</cp:revision>
  <cp:lastPrinted>2005-01-10T21:51:57Z</cp:lastPrinted>
  <dcterms:created xsi:type="dcterms:W3CDTF">1999-11-04T20:50:09Z</dcterms:created>
  <dcterms:modified xsi:type="dcterms:W3CDTF">2023-08-31T20:28:03Z</dcterms:modified>
</cp:coreProperties>
</file>